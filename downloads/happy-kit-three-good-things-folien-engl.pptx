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
  </p:notesMasterIdLst>
  <p:sldIdLst>
    <p:sldId id="368" r:id="rId2"/>
    <p:sldId id="369" r:id="rId3"/>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78052" autoAdjust="0"/>
  </p:normalViewPr>
  <p:slideViewPr>
    <p:cSldViewPr snapToGrid="0">
      <p:cViewPr>
        <p:scale>
          <a:sx n="75" d="100"/>
          <a:sy n="75" d="100"/>
        </p:scale>
        <p:origin x="324" y="-1000"/>
      </p:cViewPr>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AC158BA-E91D-407B-ACB7-59D63F67D087}" type="datetimeFigureOut">
              <a:rPr lang="de-DE" smtClean="0"/>
              <a:t>27.08.2026</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CAF92C9-B6FC-4C59-9B54-8192BC6798B5}" type="slidenum">
              <a:rPr lang="de-DE" smtClean="0"/>
              <a:t>‹Nr.›</a:t>
            </a:fld>
            <a:endParaRPr lang="de-DE"/>
          </a:p>
        </p:txBody>
      </p:sp>
    </p:spTree>
    <p:extLst>
      <p:ext uri="{BB962C8B-B14F-4D97-AF65-F5344CB8AC3E}">
        <p14:creationId xmlns:p14="http://schemas.microsoft.com/office/powerpoint/2010/main" val="38426622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a:buFont typeface="Arial" panose="020B0604020202020204" pitchFamily="34" charset="0"/>
              <a:buNone/>
            </a:pPr>
            <a:r>
              <a:rPr lang="en-US" sz="1050" dirty="0">
                <a:effectLst/>
                <a:latin typeface="Calibri" panose="020F0502020204030204" pitchFamily="34" charset="0"/>
                <a:ea typeface="Calibri" panose="020F0502020204030204" pitchFamily="34" charset="0"/>
                <a:cs typeface="Times New Roman" panose="02020603050405020304" pitchFamily="18" charset="0"/>
              </a:rPr>
              <a:t>To conclude today's event, I would like to use the Three Good Things tool from the Happy Kit to gather aspects of the event that were positive and that you are grateful for. Please answer the question (see above). Alternatively, you can also ask yourself which three things from today's event you look back on positively. Share your answers anonymously on </a:t>
            </a:r>
            <a:r>
              <a:rPr lang="en-US" sz="1050" dirty="0" err="1">
                <a:effectLst/>
                <a:latin typeface="Calibri" panose="020F0502020204030204" pitchFamily="34" charset="0"/>
                <a:ea typeface="Calibri" panose="020F0502020204030204" pitchFamily="34" charset="0"/>
                <a:cs typeface="Times New Roman" panose="02020603050405020304" pitchFamily="18" charset="0"/>
              </a:rPr>
              <a:t>Wooclap</a:t>
            </a:r>
            <a:r>
              <a:rPr lang="en-US" sz="1050" dirty="0">
                <a:effectLst/>
                <a:latin typeface="Calibri" panose="020F0502020204030204" pitchFamily="34" charset="0"/>
                <a:ea typeface="Calibri" panose="020F0502020204030204" pitchFamily="34" charset="0"/>
                <a:cs typeface="Times New Roman" panose="02020603050405020304" pitchFamily="18" charset="0"/>
              </a:rPr>
              <a:t>; to do so, go to wooclap.com/de and enter the survey code that I will share with you on the next slide. </a:t>
            </a:r>
            <a:endParaRPr lang="de-DE"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Foliennummernplatzhalter 3"/>
          <p:cNvSpPr>
            <a:spLocks noGrp="1"/>
          </p:cNvSpPr>
          <p:nvPr>
            <p:ph type="sldNum" sz="quarter" idx="5"/>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5D67AAC5-E19D-4C4F-A62D-4E8DD51B8C68}" type="slidenum">
              <a:rPr kumimoji="0" lang="de-DE" sz="1000" b="0" i="0" u="none" strike="noStrike" kern="1200" cap="none" spc="0" normalizeH="0" baseline="0" noProof="0" smtClean="0">
                <a:ln>
                  <a:noFill/>
                </a:ln>
                <a:solidFill>
                  <a:prstClr val="black"/>
                </a:solidFill>
                <a:effectLst/>
                <a:uLnTx/>
                <a:uFillTx/>
                <a:latin typeface="Liberation Serif" panose="02020603050405020304" pitchFamily="18" charset="0"/>
                <a:ea typeface="+mn-ea"/>
                <a:cs typeface="+mn-cs"/>
              </a:rPr>
              <a:pPr marL="0" marR="0" lvl="0" indent="0" algn="r" defTabSz="1219170" rtl="0" eaLnBrk="1" fontAlgn="auto" latinLnBrk="0" hangingPunct="1">
                <a:lnSpc>
                  <a:spcPct val="100000"/>
                </a:lnSpc>
                <a:spcBef>
                  <a:spcPts val="0"/>
                </a:spcBef>
                <a:spcAft>
                  <a:spcPts val="0"/>
                </a:spcAft>
                <a:buClrTx/>
                <a:buSzTx/>
                <a:buFontTx/>
                <a:buNone/>
                <a:tabLst/>
                <a:defRPr/>
              </a:pPr>
              <a:t>1</a:t>
            </a:fld>
            <a:endParaRPr kumimoji="0" lang="de-DE" sz="1000" b="0" i="0" u="none" strike="noStrike" kern="1200" cap="none" spc="0" normalizeH="0" baseline="0" noProof="0">
              <a:ln>
                <a:noFill/>
              </a:ln>
              <a:solidFill>
                <a:prstClr val="black"/>
              </a:solidFill>
              <a:effectLst/>
              <a:uLnTx/>
              <a:uFillTx/>
              <a:latin typeface="Liberation Serif" panose="02020603050405020304" pitchFamily="18" charset="0"/>
              <a:ea typeface="+mn-ea"/>
              <a:cs typeface="+mn-cs"/>
            </a:endParaRPr>
          </a:p>
        </p:txBody>
      </p:sp>
    </p:spTree>
    <p:extLst>
      <p:ext uri="{BB962C8B-B14F-4D97-AF65-F5344CB8AC3E}">
        <p14:creationId xmlns:p14="http://schemas.microsoft.com/office/powerpoint/2010/main" val="15133296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a:buFont typeface="Arial" panose="020B0604020202020204" pitchFamily="34" charset="0"/>
              <a:buNone/>
            </a:pPr>
            <a:r>
              <a:rPr lang="de-DE" sz="1800" dirty="0">
                <a:effectLst/>
                <a:latin typeface="Calibri" panose="020F0502020204030204" pitchFamily="34" charset="0"/>
                <a:ea typeface="Calibri" panose="020F0502020204030204" pitchFamily="34" charset="0"/>
                <a:cs typeface="Times New Roman" panose="02020603050405020304" pitchFamily="18" charset="0"/>
              </a:rPr>
              <a:t>Folie als Platzhalter für die Integration von </a:t>
            </a:r>
            <a:r>
              <a:rPr lang="de-DE" sz="1800" dirty="0" err="1">
                <a:effectLst/>
                <a:latin typeface="Calibri" panose="020F0502020204030204" pitchFamily="34" charset="0"/>
                <a:ea typeface="Calibri" panose="020F0502020204030204" pitchFamily="34" charset="0"/>
                <a:cs typeface="Times New Roman" panose="02020603050405020304" pitchFamily="18" charset="0"/>
              </a:rPr>
              <a:t>Wooclap</a:t>
            </a:r>
            <a:r>
              <a:rPr lang="de-DE" sz="1800" dirty="0">
                <a:effectLst/>
                <a:latin typeface="Calibri" panose="020F0502020204030204" pitchFamily="34" charset="0"/>
                <a:ea typeface="Calibri" panose="020F0502020204030204" pitchFamily="34" charset="0"/>
                <a:cs typeface="Times New Roman" panose="02020603050405020304" pitchFamily="18" charset="0"/>
              </a:rPr>
              <a:t>:</a:t>
            </a:r>
          </a:p>
          <a:p>
            <a:pPr>
              <a:buFont typeface="Arial" panose="020B0604020202020204" pitchFamily="34" charset="0"/>
              <a:buNone/>
            </a:pPr>
            <a:endParaRPr lang="de-DE" sz="1800" dirty="0">
              <a:effectLst/>
              <a:latin typeface="Calibri" panose="020F0502020204030204" pitchFamily="34" charset="0"/>
              <a:ea typeface="Calibri" panose="020F0502020204030204" pitchFamily="34" charset="0"/>
              <a:cs typeface="Times New Roman" panose="02020603050405020304" pitchFamily="18" charset="0"/>
            </a:endParaRPr>
          </a:p>
          <a:p>
            <a:pPr>
              <a:buFont typeface="Arial" panose="020B0604020202020204" pitchFamily="34" charset="0"/>
              <a:buNone/>
            </a:pPr>
            <a:r>
              <a:rPr lang="de-DE" sz="1800" b="1" dirty="0">
                <a:effectLst/>
                <a:latin typeface="Liberation Serif" panose="02020603050405020304" pitchFamily="18" charset="0"/>
                <a:ea typeface="Calibri" panose="020F0502020204030204" pitchFamily="34" charset="0"/>
                <a:cs typeface="Times New Roman" panose="02020603050405020304" pitchFamily="18" charset="0"/>
              </a:rPr>
              <a:t>Klickanleitung</a:t>
            </a:r>
            <a:r>
              <a:rPr lang="de-DE" sz="1800" dirty="0">
                <a:effectLst/>
                <a:latin typeface="Liberation Serif" panose="02020603050405020304" pitchFamily="18" charset="0"/>
                <a:ea typeface="Calibri" panose="020F0502020204030204" pitchFamily="34" charset="0"/>
                <a:cs typeface="Times New Roman" panose="02020603050405020304" pitchFamily="18" charset="0"/>
              </a:rPr>
              <a:t>: Klickt oben im Reiter auf „Einfügen“ </a:t>
            </a:r>
            <a:r>
              <a:rPr lang="de-DE" sz="1800" dirty="0">
                <a:effectLst/>
                <a:latin typeface="Liberation Serif" panose="02020603050405020304" pitchFamily="18" charset="0"/>
                <a:ea typeface="Calibri" panose="020F0502020204030204" pitchFamily="34" charset="0"/>
                <a:cs typeface="Times New Roman" panose="02020603050405020304" pitchFamily="18" charset="0"/>
                <a:sym typeface="Wingdings" panose="05000000000000000000" pitchFamily="2" charset="2"/>
              </a:rPr>
              <a:t></a:t>
            </a:r>
            <a:r>
              <a:rPr lang="de-DE" sz="1800" dirty="0">
                <a:effectLst/>
                <a:latin typeface="Liberation Serif" panose="02020603050405020304" pitchFamily="18" charset="0"/>
                <a:ea typeface="Calibri" panose="020F0502020204030204" pitchFamily="34" charset="0"/>
                <a:cs typeface="Times New Roman" panose="02020603050405020304" pitchFamily="18" charset="0"/>
              </a:rPr>
              <a:t> „Add-Ins“ </a:t>
            </a:r>
            <a:r>
              <a:rPr lang="de-DE" sz="1800" dirty="0">
                <a:effectLst/>
                <a:latin typeface="Liberation Serif" panose="02020603050405020304" pitchFamily="18" charset="0"/>
                <a:ea typeface="Calibri" panose="020F0502020204030204" pitchFamily="34" charset="0"/>
                <a:cs typeface="Times New Roman" panose="02020603050405020304" pitchFamily="18" charset="0"/>
                <a:sym typeface="Wingdings" panose="05000000000000000000" pitchFamily="2" charset="2"/>
              </a:rPr>
              <a:t></a:t>
            </a:r>
            <a:r>
              <a:rPr lang="de-DE" sz="1800" dirty="0">
                <a:effectLst/>
                <a:latin typeface="Liberation Serif" panose="02020603050405020304" pitchFamily="18" charset="0"/>
                <a:ea typeface="Calibri" panose="020F0502020204030204" pitchFamily="34" charset="0"/>
                <a:cs typeface="Times New Roman" panose="02020603050405020304" pitchFamily="18" charset="0"/>
              </a:rPr>
              <a:t> „“Meine Add-Ins“ </a:t>
            </a:r>
            <a:r>
              <a:rPr lang="de-DE" sz="1800" dirty="0">
                <a:effectLst/>
                <a:latin typeface="Liberation Serif" panose="02020603050405020304" pitchFamily="18" charset="0"/>
                <a:ea typeface="Calibri" panose="020F0502020204030204" pitchFamily="34" charset="0"/>
                <a:cs typeface="Times New Roman" panose="02020603050405020304" pitchFamily="18" charset="0"/>
                <a:sym typeface="Wingdings" panose="05000000000000000000" pitchFamily="2" charset="2"/>
              </a:rPr>
              <a:t></a:t>
            </a:r>
            <a:r>
              <a:rPr lang="de-DE" sz="1800" dirty="0">
                <a:effectLst/>
                <a:latin typeface="Liberation Serif" panose="02020603050405020304" pitchFamily="18" charset="0"/>
                <a:ea typeface="Calibri" panose="020F0502020204030204" pitchFamily="34" charset="0"/>
                <a:cs typeface="Times New Roman" panose="02020603050405020304" pitchFamily="18" charset="0"/>
              </a:rPr>
              <a:t> „Store“ + </a:t>
            </a:r>
            <a:r>
              <a:rPr lang="de-DE" sz="1800" dirty="0" err="1">
                <a:effectLst/>
                <a:latin typeface="Liberation Serif" panose="02020603050405020304" pitchFamily="18" charset="0"/>
                <a:ea typeface="Calibri" panose="020F0502020204030204" pitchFamily="34" charset="0"/>
                <a:cs typeface="Times New Roman" panose="02020603050405020304" pitchFamily="18" charset="0"/>
              </a:rPr>
              <a:t>Wooclap</a:t>
            </a:r>
            <a:r>
              <a:rPr lang="de-DE" sz="1800" dirty="0">
                <a:effectLst/>
                <a:latin typeface="Liberation Serif" panose="02020603050405020304" pitchFamily="18" charset="0"/>
                <a:ea typeface="Calibri" panose="020F0502020204030204" pitchFamily="34" charset="0"/>
                <a:cs typeface="Times New Roman" panose="02020603050405020304" pitchFamily="18" charset="0"/>
              </a:rPr>
              <a:t> eingeben </a:t>
            </a:r>
            <a:r>
              <a:rPr lang="de-DE" sz="1800" dirty="0">
                <a:effectLst/>
                <a:latin typeface="Liberation Serif" panose="02020603050405020304" pitchFamily="18" charset="0"/>
                <a:ea typeface="Calibri" panose="020F0502020204030204" pitchFamily="34" charset="0"/>
                <a:cs typeface="Times New Roman" panose="02020603050405020304" pitchFamily="18" charset="0"/>
                <a:sym typeface="Wingdings" panose="05000000000000000000" pitchFamily="2" charset="2"/>
              </a:rPr>
              <a:t></a:t>
            </a:r>
            <a:r>
              <a:rPr lang="de-DE" sz="1800" dirty="0">
                <a:effectLst/>
                <a:latin typeface="Liberation Serif" panose="02020603050405020304" pitchFamily="18" charset="0"/>
                <a:ea typeface="Calibri" panose="020F0502020204030204" pitchFamily="34" charset="0"/>
                <a:cs typeface="Times New Roman" panose="02020603050405020304" pitchFamily="18" charset="0"/>
              </a:rPr>
              <a:t> „Hinzufügen“ + HRW Login-Daten eingeben </a:t>
            </a:r>
            <a:r>
              <a:rPr lang="de-DE" sz="1800" dirty="0">
                <a:effectLst/>
                <a:latin typeface="Liberation Serif" panose="02020603050405020304" pitchFamily="18" charset="0"/>
                <a:ea typeface="Calibri" panose="020F0502020204030204" pitchFamily="34" charset="0"/>
                <a:cs typeface="Times New Roman" panose="02020603050405020304" pitchFamily="18" charset="0"/>
                <a:sym typeface="Wingdings" panose="05000000000000000000" pitchFamily="2" charset="2"/>
              </a:rPr>
              <a:t></a:t>
            </a:r>
            <a:r>
              <a:rPr lang="de-DE" sz="1800" dirty="0">
                <a:effectLst/>
                <a:latin typeface="Liberation Serif" panose="02020603050405020304" pitchFamily="18" charset="0"/>
                <a:ea typeface="Calibri" panose="020F0502020204030204" pitchFamily="34" charset="0"/>
                <a:cs typeface="Times New Roman" panose="02020603050405020304" pitchFamily="18" charset="0"/>
              </a:rPr>
              <a:t> </a:t>
            </a:r>
            <a:r>
              <a:rPr lang="de-DE" sz="1800" dirty="0" err="1">
                <a:effectLst/>
                <a:latin typeface="Liberation Serif" panose="02020603050405020304" pitchFamily="18" charset="0"/>
                <a:ea typeface="Calibri" panose="020F0502020204030204" pitchFamily="34" charset="0"/>
                <a:cs typeface="Times New Roman" panose="02020603050405020304" pitchFamily="18" charset="0"/>
              </a:rPr>
              <a:t>Wooclap</a:t>
            </a:r>
            <a:r>
              <a:rPr lang="de-DE" sz="1800" dirty="0">
                <a:effectLst/>
                <a:latin typeface="Liberation Serif" panose="02020603050405020304" pitchFamily="18" charset="0"/>
                <a:ea typeface="Calibri" panose="020F0502020204030204" pitchFamily="34" charset="0"/>
                <a:cs typeface="Times New Roman" panose="02020603050405020304" pitchFamily="18" charset="0"/>
              </a:rPr>
              <a:t> öffnet sich auf der PowerPoint-Folie und ihr könnt die Umfrage aus eurem Eventbereich anklicken.</a:t>
            </a:r>
            <a:endParaRPr lang="de-DE"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Foliennummernplatzhalter 3"/>
          <p:cNvSpPr>
            <a:spLocks noGrp="1"/>
          </p:cNvSpPr>
          <p:nvPr>
            <p:ph type="sldNum" sz="quarter" idx="5"/>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5D67AAC5-E19D-4C4F-A62D-4E8DD51B8C68}" type="slidenum">
              <a:rPr kumimoji="0" lang="de-DE" sz="1000" b="0" i="0" u="none" strike="noStrike" kern="1200" cap="none" spc="0" normalizeH="0" baseline="0" noProof="0" smtClean="0">
                <a:ln>
                  <a:noFill/>
                </a:ln>
                <a:solidFill>
                  <a:prstClr val="black"/>
                </a:solidFill>
                <a:effectLst/>
                <a:uLnTx/>
                <a:uFillTx/>
                <a:latin typeface="Liberation Serif" panose="02020603050405020304" pitchFamily="18" charset="0"/>
                <a:ea typeface="+mn-ea"/>
                <a:cs typeface="+mn-cs"/>
              </a:rPr>
              <a:pPr marL="0" marR="0" lvl="0" indent="0" algn="r" defTabSz="1219170" rtl="0" eaLnBrk="1" fontAlgn="auto" latinLnBrk="0" hangingPunct="1">
                <a:lnSpc>
                  <a:spcPct val="100000"/>
                </a:lnSpc>
                <a:spcBef>
                  <a:spcPts val="0"/>
                </a:spcBef>
                <a:spcAft>
                  <a:spcPts val="0"/>
                </a:spcAft>
                <a:buClrTx/>
                <a:buSzTx/>
                <a:buFontTx/>
                <a:buNone/>
                <a:tabLst/>
                <a:defRPr/>
              </a:pPr>
              <a:t>2</a:t>
            </a:fld>
            <a:endParaRPr kumimoji="0" lang="de-DE" sz="1000" b="0" i="0" u="none" strike="noStrike" kern="1200" cap="none" spc="0" normalizeH="0" baseline="0" noProof="0">
              <a:ln>
                <a:noFill/>
              </a:ln>
              <a:solidFill>
                <a:prstClr val="black"/>
              </a:solidFill>
              <a:effectLst/>
              <a:uLnTx/>
              <a:uFillTx/>
              <a:latin typeface="Liberation Serif" panose="02020603050405020304" pitchFamily="18" charset="0"/>
              <a:ea typeface="+mn-ea"/>
              <a:cs typeface="+mn-cs"/>
            </a:endParaRPr>
          </a:p>
        </p:txBody>
      </p:sp>
    </p:spTree>
    <p:extLst>
      <p:ext uri="{BB962C8B-B14F-4D97-AF65-F5344CB8AC3E}">
        <p14:creationId xmlns:p14="http://schemas.microsoft.com/office/powerpoint/2010/main" val="271276019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emf"/><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folie">
    <p:bg>
      <p:bgPr>
        <a:solidFill>
          <a:schemeClr val="bg1"/>
        </a:solidFill>
        <a:effectLst/>
      </p:bgPr>
    </p:bg>
    <p:spTree>
      <p:nvGrpSpPr>
        <p:cNvPr id="1" name=""/>
        <p:cNvGrpSpPr/>
        <p:nvPr/>
      </p:nvGrpSpPr>
      <p:grpSpPr>
        <a:xfrm>
          <a:off x="0" y="0"/>
          <a:ext cx="0" cy="0"/>
          <a:chOff x="0" y="0"/>
          <a:chExt cx="0" cy="0"/>
        </a:xfrm>
      </p:grpSpPr>
      <p:sp>
        <p:nvSpPr>
          <p:cNvPr id="15" name="Rechteck 14">
            <a:extLst>
              <a:ext uri="{FF2B5EF4-FFF2-40B4-BE49-F238E27FC236}">
                <a16:creationId xmlns:a16="http://schemas.microsoft.com/office/drawing/2014/main" id="{2F209691-7882-4238-801F-B63FAA938076}"/>
              </a:ext>
            </a:extLst>
          </p:cNvPr>
          <p:cNvSpPr/>
          <p:nvPr userDrawn="1"/>
        </p:nvSpPr>
        <p:spPr>
          <a:xfrm>
            <a:off x="0" y="1172225"/>
            <a:ext cx="12192000" cy="468948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800" dirty="0"/>
          </a:p>
        </p:txBody>
      </p:sp>
      <p:pic>
        <p:nvPicPr>
          <p:cNvPr id="16" name="HRW_Logo_transparent.png">
            <a:extLst>
              <a:ext uri="{FF2B5EF4-FFF2-40B4-BE49-F238E27FC236}">
                <a16:creationId xmlns:a16="http://schemas.microsoft.com/office/drawing/2014/main" id="{251BAA7E-DF9D-401E-A509-46C3FA09494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97504" y="-5965"/>
            <a:ext cx="2592288" cy="1150806"/>
          </a:xfrm>
          <a:prstGeom prst="rect">
            <a:avLst/>
          </a:prstGeom>
        </p:spPr>
      </p:pic>
      <p:pic>
        <p:nvPicPr>
          <p:cNvPr id="17" name="Bild 2">
            <a:extLst>
              <a:ext uri="{FF2B5EF4-FFF2-40B4-BE49-F238E27FC236}">
                <a16:creationId xmlns:a16="http://schemas.microsoft.com/office/drawing/2014/main" id="{F6FF9EDF-5F71-4DEB-974B-C8BF78CAB9FA}"/>
              </a:ext>
            </a:extLst>
          </p:cNvPr>
          <p:cNvPicPr>
            <a:picLocks noChangeAspect="1"/>
          </p:cNvPicPr>
          <p:nvPr userDrawn="1"/>
        </p:nvPicPr>
        <p:blipFill>
          <a:blip r:embed="rId3"/>
          <a:stretch>
            <a:fillRect/>
          </a:stretch>
        </p:blipFill>
        <p:spPr>
          <a:xfrm>
            <a:off x="9552384" y="-27384"/>
            <a:ext cx="2015208" cy="318982"/>
          </a:xfrm>
          <a:prstGeom prst="rect">
            <a:avLst/>
          </a:prstGeom>
        </p:spPr>
      </p:pic>
      <p:sp>
        <p:nvSpPr>
          <p:cNvPr id="18" name="Titel 1">
            <a:extLst>
              <a:ext uri="{FF2B5EF4-FFF2-40B4-BE49-F238E27FC236}">
                <a16:creationId xmlns:a16="http://schemas.microsoft.com/office/drawing/2014/main" id="{4D750284-B646-407C-B6B0-35BD96F7D486}"/>
              </a:ext>
            </a:extLst>
          </p:cNvPr>
          <p:cNvSpPr>
            <a:spLocks noGrp="1"/>
          </p:cNvSpPr>
          <p:nvPr>
            <p:ph type="ctrTitle" hasCustomPrompt="1"/>
          </p:nvPr>
        </p:nvSpPr>
        <p:spPr>
          <a:xfrm>
            <a:off x="623392" y="1412777"/>
            <a:ext cx="10944721" cy="612692"/>
          </a:xfrm>
          <a:prstGeom prst="rect">
            <a:avLst/>
          </a:prstGeom>
        </p:spPr>
        <p:txBody>
          <a:bodyPr vert="horz" lIns="0" tIns="0" rIns="0" bIns="0" anchor="t" anchorCtr="0">
            <a:noAutofit/>
          </a:bodyPr>
          <a:lstStyle>
            <a:lvl1pPr>
              <a:defRPr sz="4000">
                <a:solidFill>
                  <a:schemeClr val="bg1"/>
                </a:solidFill>
                <a:latin typeface="Liberation Serif" pitchFamily="18" charset="0"/>
              </a:defRPr>
            </a:lvl1pPr>
          </a:lstStyle>
          <a:p>
            <a:r>
              <a:rPr lang="de-DE" dirty="0"/>
              <a:t>Titelmasterformat durch Klicken bearbeiten</a:t>
            </a:r>
          </a:p>
        </p:txBody>
      </p:sp>
      <p:sp>
        <p:nvSpPr>
          <p:cNvPr id="20" name="Untertitel 2">
            <a:extLst>
              <a:ext uri="{FF2B5EF4-FFF2-40B4-BE49-F238E27FC236}">
                <a16:creationId xmlns:a16="http://schemas.microsoft.com/office/drawing/2014/main" id="{643E9BF6-7747-4652-AD2E-2DECF8D0135C}"/>
              </a:ext>
            </a:extLst>
          </p:cNvPr>
          <p:cNvSpPr>
            <a:spLocks noGrp="1"/>
          </p:cNvSpPr>
          <p:nvPr>
            <p:ph type="subTitle" idx="1" hasCustomPrompt="1"/>
          </p:nvPr>
        </p:nvSpPr>
        <p:spPr>
          <a:xfrm>
            <a:off x="623393" y="2099447"/>
            <a:ext cx="10944200" cy="538498"/>
          </a:xfrm>
          <a:prstGeom prst="rect">
            <a:avLst/>
          </a:prstGeom>
        </p:spPr>
        <p:txBody>
          <a:bodyPr>
            <a:noAutofit/>
          </a:bodyPr>
          <a:lstStyle>
            <a:lvl1pPr marL="0" indent="0" algn="l">
              <a:buNone/>
              <a:defRPr sz="2800">
                <a:solidFill>
                  <a:schemeClr val="bg1"/>
                </a:solidFill>
                <a:latin typeface="Liberation Serif" pitchFamily="18" charset="0"/>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de-DE" dirty="0"/>
              <a:t>Formatvorlage des Untertitelmasters durch Klicken bearbeiten</a:t>
            </a:r>
          </a:p>
        </p:txBody>
      </p:sp>
      <p:sp>
        <p:nvSpPr>
          <p:cNvPr id="21" name="Inhaltsplatzhalter 18">
            <a:extLst>
              <a:ext uri="{FF2B5EF4-FFF2-40B4-BE49-F238E27FC236}">
                <a16:creationId xmlns:a16="http://schemas.microsoft.com/office/drawing/2014/main" id="{0AFA74AB-D6FF-41EA-A6B1-3CA8CABE7881}"/>
              </a:ext>
            </a:extLst>
          </p:cNvPr>
          <p:cNvSpPr>
            <a:spLocks noGrp="1"/>
          </p:cNvSpPr>
          <p:nvPr>
            <p:ph sz="quarter" idx="11" hasCustomPrompt="1"/>
          </p:nvPr>
        </p:nvSpPr>
        <p:spPr>
          <a:xfrm>
            <a:off x="6737702" y="6102708"/>
            <a:ext cx="4838179" cy="476250"/>
          </a:xfrm>
          <a:prstGeom prst="rect">
            <a:avLst/>
          </a:prstGeom>
        </p:spPr>
        <p:txBody>
          <a:bodyPr lIns="0" rIns="0"/>
          <a:lstStyle>
            <a:lvl1pPr algn="r">
              <a:defRPr sz="2800">
                <a:solidFill>
                  <a:schemeClr val="tx2"/>
                </a:solidFill>
              </a:defRPr>
            </a:lvl1pPr>
          </a:lstStyle>
          <a:p>
            <a:pPr lvl="0"/>
            <a:r>
              <a:rPr lang="de-DE" dirty="0"/>
              <a:t>Fachbereich, Institut o.ä.</a:t>
            </a:r>
          </a:p>
        </p:txBody>
      </p:sp>
      <p:pic>
        <p:nvPicPr>
          <p:cNvPr id="22" name="Grafik 21">
            <a:extLst>
              <a:ext uri="{FF2B5EF4-FFF2-40B4-BE49-F238E27FC236}">
                <a16:creationId xmlns:a16="http://schemas.microsoft.com/office/drawing/2014/main" id="{A1FD8DD9-AF25-4C65-ADCD-63CDAF5EF26C}"/>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477345" y="5949280"/>
            <a:ext cx="2378295" cy="783106"/>
          </a:xfrm>
          <a:prstGeom prst="rect">
            <a:avLst/>
          </a:prstGeom>
        </p:spPr>
      </p:pic>
    </p:spTree>
    <p:extLst>
      <p:ext uri="{BB962C8B-B14F-4D97-AF65-F5344CB8AC3E}">
        <p14:creationId xmlns:p14="http://schemas.microsoft.com/office/powerpoint/2010/main" val="2559271179"/>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el und Inhalt">
    <p:spTree>
      <p:nvGrpSpPr>
        <p:cNvPr id="1" name=""/>
        <p:cNvGrpSpPr/>
        <p:nvPr/>
      </p:nvGrpSpPr>
      <p:grpSpPr>
        <a:xfrm>
          <a:off x="0" y="0"/>
          <a:ext cx="0" cy="0"/>
          <a:chOff x="0" y="0"/>
          <a:chExt cx="0" cy="0"/>
        </a:xfrm>
      </p:grpSpPr>
      <p:sp>
        <p:nvSpPr>
          <p:cNvPr id="7" name="Textplatzhalter 2">
            <a:extLst>
              <a:ext uri="{FF2B5EF4-FFF2-40B4-BE49-F238E27FC236}">
                <a16:creationId xmlns:a16="http://schemas.microsoft.com/office/drawing/2014/main" id="{506B2031-0944-472D-9758-0DCDA86D1772}"/>
              </a:ext>
            </a:extLst>
          </p:cNvPr>
          <p:cNvSpPr>
            <a:spLocks noGrp="1"/>
          </p:cNvSpPr>
          <p:nvPr>
            <p:ph idx="1" hasCustomPrompt="1"/>
          </p:nvPr>
        </p:nvSpPr>
        <p:spPr bwMode="auto">
          <a:xfrm>
            <a:off x="623886" y="1685924"/>
            <a:ext cx="10943704" cy="4181553"/>
          </a:xfrm>
          <a:prstGeom prst="rect">
            <a:avLst/>
          </a:prstGeom>
          <a:noFill/>
          <a:ln w="9525">
            <a:noFill/>
            <a:miter lim="800000"/>
            <a:headEnd/>
            <a:tailEnd/>
          </a:ln>
        </p:spPr>
        <p:txBody>
          <a:bodyPr vert="horz" wrap="square" lIns="0" tIns="45711" rIns="91420" bIns="45711" numCol="1" anchor="t" anchorCtr="0" compatLnSpc="1">
            <a:prstTxWarp prst="textNoShape">
              <a:avLst/>
            </a:prstTxWarp>
            <a:noAutofit/>
          </a:bodyPr>
          <a:lstStyle>
            <a:lvl1pPr marL="0" indent="0" algn="l">
              <a:buNone/>
              <a:tabLst>
                <a:tab pos="322498" algn="l"/>
                <a:tab pos="657954" algn="l"/>
                <a:tab pos="977572" algn="l"/>
                <a:tab pos="1301509" algn="l"/>
                <a:tab pos="1621128" algn="l"/>
                <a:tab pos="1959463" algn="l"/>
                <a:tab pos="2601579" algn="l"/>
                <a:tab pos="3259532" algn="l"/>
                <a:tab pos="3903088" algn="l"/>
                <a:tab pos="4561041" algn="l"/>
              </a:tabLst>
              <a:defRPr sz="2400" b="1">
                <a:solidFill>
                  <a:schemeClr val="tx1"/>
                </a:solidFill>
                <a:latin typeface="Liberation Serif" panose="02020603050405020304" pitchFamily="18" charset="0"/>
                <a:cs typeface="Liberation Serif" panose="02020603050405020304" pitchFamily="18" charset="0"/>
              </a:defRPr>
            </a:lvl1pPr>
            <a:lvl2pPr marL="0" indent="0" algn="l">
              <a:buNone/>
              <a:tabLst>
                <a:tab pos="322498" algn="l"/>
                <a:tab pos="646436" algn="l"/>
                <a:tab pos="977572" algn="l"/>
                <a:tab pos="1304389" algn="l"/>
                <a:tab pos="1621128" algn="l"/>
                <a:tab pos="1955144" algn="l"/>
                <a:tab pos="2601579" algn="l"/>
                <a:tab pos="3259532" algn="l"/>
                <a:tab pos="3903088" algn="l"/>
                <a:tab pos="4561041" algn="l"/>
              </a:tabLst>
              <a:defRPr sz="2400">
                <a:solidFill>
                  <a:schemeClr val="tx1"/>
                </a:solidFill>
                <a:latin typeface="Liberation Serif" panose="02020603050405020304" pitchFamily="18" charset="0"/>
                <a:cs typeface="Liberation Serif" panose="02020603050405020304" pitchFamily="18" charset="0"/>
              </a:defRPr>
            </a:lvl2pPr>
            <a:lvl3pPr marL="0" indent="0" algn="l" defTabSz="407442">
              <a:buNone/>
              <a:tabLst>
                <a:tab pos="322498" algn="l"/>
                <a:tab pos="646436" algn="l"/>
                <a:tab pos="977572" algn="l"/>
                <a:tab pos="1304389" algn="l"/>
                <a:tab pos="1621128" algn="l"/>
                <a:tab pos="1950825" algn="l"/>
                <a:tab pos="2601579" algn="l"/>
                <a:tab pos="3259532" algn="l"/>
                <a:tab pos="3903088" algn="l"/>
                <a:tab pos="4561041" algn="l"/>
              </a:tabLst>
              <a:defRPr sz="2400">
                <a:solidFill>
                  <a:schemeClr val="tx1"/>
                </a:solidFill>
                <a:latin typeface="Liberation Serif" panose="02020603050405020304" pitchFamily="18" charset="0"/>
                <a:cs typeface="Liberation Serif" panose="02020603050405020304" pitchFamily="18" charset="0"/>
              </a:defRPr>
            </a:lvl3pPr>
            <a:lvl4pPr marL="322498" indent="-322498" algn="l">
              <a:buFont typeface="+mj-lt"/>
              <a:buNone/>
              <a:tabLst>
                <a:tab pos="646436" algn="l"/>
                <a:tab pos="977572" algn="l"/>
                <a:tab pos="1304389" algn="l"/>
                <a:tab pos="1621128" algn="l"/>
                <a:tab pos="1950825" algn="l"/>
                <a:tab pos="2601579" algn="l"/>
                <a:tab pos="3259532" algn="l"/>
                <a:tab pos="3903088" algn="l"/>
                <a:tab pos="4561041" algn="l"/>
              </a:tabLst>
              <a:defRPr sz="2400">
                <a:solidFill>
                  <a:schemeClr val="tx1"/>
                </a:solidFill>
                <a:latin typeface="Liberation Serif" panose="02020603050405020304" pitchFamily="18" charset="0"/>
                <a:cs typeface="Liberation Serif" panose="02020603050405020304" pitchFamily="18" charset="0"/>
              </a:defRPr>
            </a:lvl4pPr>
            <a:lvl5pPr marL="322498" indent="-322498" algn="l">
              <a:buFont typeface="Arial" pitchFamily="34" charset="0"/>
              <a:buChar char="•"/>
              <a:tabLst>
                <a:tab pos="656514" algn="l"/>
                <a:tab pos="977572" algn="l"/>
                <a:tab pos="1304389" algn="l"/>
                <a:tab pos="1621128" algn="l"/>
                <a:tab pos="1955144" algn="l"/>
                <a:tab pos="2601579" algn="l"/>
                <a:tab pos="3259532" algn="l"/>
                <a:tab pos="3903088" algn="l"/>
                <a:tab pos="4561041" algn="l"/>
              </a:tabLst>
              <a:defRPr sz="2400">
                <a:solidFill>
                  <a:schemeClr val="tx1"/>
                </a:solidFill>
                <a:latin typeface="Liberation Serif" panose="02020603050405020304" pitchFamily="18" charset="0"/>
                <a:cs typeface="Liberation Serif" panose="02020603050405020304" pitchFamily="18" charset="0"/>
              </a:defRPr>
            </a:lvl5pPr>
          </a:lstStyle>
          <a:p>
            <a:pPr lvl="0"/>
            <a:r>
              <a:rPr lang="de-DE" dirty="0"/>
              <a:t>Textmasterformate durch Klicken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9" name="Titelplatzhalter 1">
            <a:extLst>
              <a:ext uri="{FF2B5EF4-FFF2-40B4-BE49-F238E27FC236}">
                <a16:creationId xmlns:a16="http://schemas.microsoft.com/office/drawing/2014/main" id="{38CB67B9-68E6-4B38-8C0A-390C5C83192D}"/>
              </a:ext>
            </a:extLst>
          </p:cNvPr>
          <p:cNvSpPr>
            <a:spLocks noGrp="1"/>
          </p:cNvSpPr>
          <p:nvPr>
            <p:ph type="title"/>
          </p:nvPr>
        </p:nvSpPr>
        <p:spPr bwMode="auto">
          <a:xfrm>
            <a:off x="623888" y="489404"/>
            <a:ext cx="10943704" cy="776810"/>
          </a:xfrm>
          <a:prstGeom prst="rect">
            <a:avLst/>
          </a:prstGeom>
          <a:noFill/>
          <a:ln w="9525">
            <a:noFill/>
            <a:miter lim="800000"/>
            <a:headEnd/>
            <a:tailEnd/>
          </a:ln>
        </p:spPr>
        <p:txBody>
          <a:bodyPr vert="horz" wrap="square" lIns="0" tIns="45711" rIns="91420" bIns="45711" numCol="1" anchor="ctr" anchorCtr="0" compatLnSpc="1">
            <a:prstTxWarp prst="textNoShape">
              <a:avLst/>
            </a:prstTxWarp>
            <a:noAutofit/>
          </a:bodyPr>
          <a:lstStyle>
            <a:lvl1pPr marL="657954" indent="-657954" algn="l">
              <a:defRPr sz="3600" b="1">
                <a:solidFill>
                  <a:srgbClr val="00B0F0"/>
                </a:solidFill>
                <a:latin typeface="Liberation Serif" panose="02020603050405020304" pitchFamily="18" charset="0"/>
                <a:cs typeface="Liberation Serif" panose="02020603050405020304" pitchFamily="18" charset="0"/>
              </a:defRPr>
            </a:lvl1pPr>
          </a:lstStyle>
          <a:p>
            <a:pPr lvl="0"/>
            <a:endParaRPr lang="de-DE" dirty="0"/>
          </a:p>
        </p:txBody>
      </p:sp>
      <p:sp>
        <p:nvSpPr>
          <p:cNvPr id="8" name="Textfeld 7">
            <a:extLst>
              <a:ext uri="{FF2B5EF4-FFF2-40B4-BE49-F238E27FC236}">
                <a16:creationId xmlns:a16="http://schemas.microsoft.com/office/drawing/2014/main" id="{AD61DBF0-A9A3-4214-AACB-BFA17C8796B6}"/>
              </a:ext>
            </a:extLst>
          </p:cNvPr>
          <p:cNvSpPr txBox="1"/>
          <p:nvPr userDrawn="1"/>
        </p:nvSpPr>
        <p:spPr>
          <a:xfrm>
            <a:off x="10494069" y="6349346"/>
            <a:ext cx="646047" cy="307777"/>
          </a:xfrm>
          <a:prstGeom prst="rect">
            <a:avLst/>
          </a:prstGeom>
          <a:noFill/>
        </p:spPr>
        <p:txBody>
          <a:bodyPr wrap="square" rtlCol="0">
            <a:spAutoFit/>
          </a:bodyPr>
          <a:lstStyle/>
          <a:p>
            <a:pPr algn="r"/>
            <a:fld id="{3679B97E-2F6E-4600-A1D4-CAD9FE23913C}" type="slidenum">
              <a:rPr lang="de-DE" sz="1400" smtClean="0">
                <a:latin typeface="Liberation Serif" panose="02020603050405020304" pitchFamily="18" charset="0"/>
              </a:rPr>
              <a:pPr algn="r"/>
              <a:t>‹Nr.›</a:t>
            </a:fld>
            <a:endParaRPr lang="de-DE" sz="1400" dirty="0">
              <a:latin typeface="Liberation Serif" panose="02020603050405020304" pitchFamily="18" charset="0"/>
            </a:endParaRPr>
          </a:p>
        </p:txBody>
      </p:sp>
    </p:spTree>
    <p:extLst>
      <p:ext uri="{BB962C8B-B14F-4D97-AF65-F5344CB8AC3E}">
        <p14:creationId xmlns:p14="http://schemas.microsoft.com/office/powerpoint/2010/main" val="451009359"/>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el und Inhalt">
    <p:spTree>
      <p:nvGrpSpPr>
        <p:cNvPr id="1" name=""/>
        <p:cNvGrpSpPr/>
        <p:nvPr/>
      </p:nvGrpSpPr>
      <p:grpSpPr>
        <a:xfrm>
          <a:off x="0" y="0"/>
          <a:ext cx="0" cy="0"/>
          <a:chOff x="0" y="0"/>
          <a:chExt cx="0" cy="0"/>
        </a:xfrm>
      </p:grpSpPr>
      <p:pic>
        <p:nvPicPr>
          <p:cNvPr id="11" name="Picture 2">
            <a:extLst>
              <a:ext uri="{FF2B5EF4-FFF2-40B4-BE49-F238E27FC236}">
                <a16:creationId xmlns:a16="http://schemas.microsoft.com/office/drawing/2014/main" id="{54C57E92-D1F3-45D1-9948-450440153DEF}"/>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tretch>
            <a:fillRect/>
          </a:stretch>
        </p:blipFill>
        <p:spPr bwMode="auto">
          <a:xfrm>
            <a:off x="11140116" y="6009914"/>
            <a:ext cx="517652" cy="517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feld 4">
            <a:extLst>
              <a:ext uri="{FF2B5EF4-FFF2-40B4-BE49-F238E27FC236}">
                <a16:creationId xmlns:a16="http://schemas.microsoft.com/office/drawing/2014/main" id="{487D9650-9A7A-4B37-8FFC-2B4B6FD27DC6}"/>
              </a:ext>
            </a:extLst>
          </p:cNvPr>
          <p:cNvSpPr txBox="1"/>
          <p:nvPr userDrawn="1"/>
        </p:nvSpPr>
        <p:spPr>
          <a:xfrm>
            <a:off x="10494069" y="6140394"/>
            <a:ext cx="646047" cy="307777"/>
          </a:xfrm>
          <a:prstGeom prst="rect">
            <a:avLst/>
          </a:prstGeom>
          <a:noFill/>
        </p:spPr>
        <p:txBody>
          <a:bodyPr wrap="square" rtlCol="0">
            <a:spAutoFit/>
          </a:bodyPr>
          <a:lstStyle/>
          <a:p>
            <a:pPr algn="r"/>
            <a:fld id="{3679B97E-2F6E-4600-A1D4-CAD9FE23913C}" type="slidenum">
              <a:rPr lang="de-DE" sz="1400" smtClean="0">
                <a:latin typeface="Liberation Serif" panose="02020603050405020304" pitchFamily="18" charset="0"/>
              </a:rPr>
              <a:pPr algn="r"/>
              <a:t>‹Nr.›</a:t>
            </a:fld>
            <a:endParaRPr lang="de-DE" sz="1400" dirty="0">
              <a:latin typeface="Liberation Serif" panose="02020603050405020304" pitchFamily="18" charset="0"/>
            </a:endParaRPr>
          </a:p>
        </p:txBody>
      </p:sp>
      <p:sp>
        <p:nvSpPr>
          <p:cNvPr id="6" name="Textplatzhalter 2">
            <a:extLst>
              <a:ext uri="{FF2B5EF4-FFF2-40B4-BE49-F238E27FC236}">
                <a16:creationId xmlns:a16="http://schemas.microsoft.com/office/drawing/2014/main" id="{1D2B3BB5-5D99-4B39-B9A1-92A21DA09056}"/>
              </a:ext>
            </a:extLst>
          </p:cNvPr>
          <p:cNvSpPr>
            <a:spLocks noGrp="1"/>
          </p:cNvSpPr>
          <p:nvPr>
            <p:ph idx="1" hasCustomPrompt="1"/>
          </p:nvPr>
        </p:nvSpPr>
        <p:spPr bwMode="auto">
          <a:xfrm>
            <a:off x="623886" y="1268760"/>
            <a:ext cx="10943704" cy="4598718"/>
          </a:xfrm>
          <a:prstGeom prst="rect">
            <a:avLst/>
          </a:prstGeom>
          <a:noFill/>
          <a:ln w="9525">
            <a:noFill/>
            <a:miter lim="800000"/>
            <a:headEnd/>
            <a:tailEnd/>
          </a:ln>
        </p:spPr>
        <p:txBody>
          <a:bodyPr vert="horz" wrap="square" lIns="0" tIns="45711" rIns="91420" bIns="45711" numCol="1" anchor="t" anchorCtr="0" compatLnSpc="1">
            <a:prstTxWarp prst="textNoShape">
              <a:avLst/>
            </a:prstTxWarp>
            <a:noAutofit/>
          </a:bodyPr>
          <a:lstStyle>
            <a:lvl1pPr marL="0" indent="0" algn="l">
              <a:buNone/>
              <a:tabLst>
                <a:tab pos="322498" algn="l"/>
                <a:tab pos="657954" algn="l"/>
                <a:tab pos="977572" algn="l"/>
                <a:tab pos="1301509" algn="l"/>
                <a:tab pos="1621128" algn="l"/>
                <a:tab pos="1959463" algn="l"/>
                <a:tab pos="2601579" algn="l"/>
                <a:tab pos="3259532" algn="l"/>
                <a:tab pos="3903088" algn="l"/>
                <a:tab pos="4561041" algn="l"/>
              </a:tabLst>
              <a:defRPr sz="1400" b="1">
                <a:solidFill>
                  <a:schemeClr val="tx1"/>
                </a:solidFill>
                <a:latin typeface="Liberation Serif" panose="02020603050405020304" pitchFamily="18" charset="0"/>
                <a:cs typeface="Liberation Serif" panose="02020603050405020304" pitchFamily="18" charset="0"/>
              </a:defRPr>
            </a:lvl1pPr>
            <a:lvl2pPr marL="0" indent="0" algn="l">
              <a:buNone/>
              <a:tabLst>
                <a:tab pos="322498" algn="l"/>
                <a:tab pos="646436" algn="l"/>
                <a:tab pos="977572" algn="l"/>
                <a:tab pos="1304389" algn="l"/>
                <a:tab pos="1621128" algn="l"/>
                <a:tab pos="1955144" algn="l"/>
                <a:tab pos="2601579" algn="l"/>
                <a:tab pos="3259532" algn="l"/>
                <a:tab pos="3903088" algn="l"/>
                <a:tab pos="4561041" algn="l"/>
              </a:tabLst>
              <a:defRPr sz="1400">
                <a:solidFill>
                  <a:schemeClr val="tx1"/>
                </a:solidFill>
                <a:latin typeface="Liberation Serif" panose="02020603050405020304" pitchFamily="18" charset="0"/>
                <a:cs typeface="Liberation Serif" panose="02020603050405020304" pitchFamily="18" charset="0"/>
              </a:defRPr>
            </a:lvl2pPr>
            <a:lvl3pPr marL="0" indent="0" algn="l" defTabSz="407442">
              <a:buNone/>
              <a:tabLst>
                <a:tab pos="322498" algn="l"/>
                <a:tab pos="646436" algn="l"/>
                <a:tab pos="977572" algn="l"/>
                <a:tab pos="1304389" algn="l"/>
                <a:tab pos="1621128" algn="l"/>
                <a:tab pos="1950825" algn="l"/>
                <a:tab pos="2601579" algn="l"/>
                <a:tab pos="3259532" algn="l"/>
                <a:tab pos="3903088" algn="l"/>
                <a:tab pos="4561041" algn="l"/>
              </a:tabLst>
              <a:defRPr sz="1400">
                <a:solidFill>
                  <a:schemeClr val="tx1"/>
                </a:solidFill>
                <a:latin typeface="Liberation Serif" panose="02020603050405020304" pitchFamily="18" charset="0"/>
                <a:cs typeface="Liberation Serif" panose="02020603050405020304" pitchFamily="18" charset="0"/>
              </a:defRPr>
            </a:lvl3pPr>
            <a:lvl4pPr marL="322498" indent="-322498" algn="l">
              <a:buFont typeface="+mj-lt"/>
              <a:buNone/>
              <a:tabLst>
                <a:tab pos="646436" algn="l"/>
                <a:tab pos="977572" algn="l"/>
                <a:tab pos="1304389" algn="l"/>
                <a:tab pos="1621128" algn="l"/>
                <a:tab pos="1950825" algn="l"/>
                <a:tab pos="2601579" algn="l"/>
                <a:tab pos="3259532" algn="l"/>
                <a:tab pos="3903088" algn="l"/>
                <a:tab pos="4561041" algn="l"/>
              </a:tabLst>
              <a:defRPr sz="1400">
                <a:solidFill>
                  <a:schemeClr val="tx1"/>
                </a:solidFill>
                <a:latin typeface="Liberation Serif" panose="02020603050405020304" pitchFamily="18" charset="0"/>
                <a:cs typeface="Liberation Serif" panose="02020603050405020304" pitchFamily="18" charset="0"/>
              </a:defRPr>
            </a:lvl4pPr>
            <a:lvl5pPr marL="322498" indent="-322498" algn="l">
              <a:buFont typeface="Arial" pitchFamily="34" charset="0"/>
              <a:buChar char="•"/>
              <a:tabLst>
                <a:tab pos="656514" algn="l"/>
                <a:tab pos="977572" algn="l"/>
                <a:tab pos="1304389" algn="l"/>
                <a:tab pos="1621128" algn="l"/>
                <a:tab pos="1955144" algn="l"/>
                <a:tab pos="2601579" algn="l"/>
                <a:tab pos="3259532" algn="l"/>
                <a:tab pos="3903088" algn="l"/>
                <a:tab pos="4561041" algn="l"/>
              </a:tabLst>
              <a:defRPr sz="1400">
                <a:solidFill>
                  <a:schemeClr val="tx1"/>
                </a:solidFill>
                <a:latin typeface="Liberation Serif" panose="02020603050405020304" pitchFamily="18" charset="0"/>
                <a:cs typeface="Liberation Serif" panose="02020603050405020304" pitchFamily="18" charset="0"/>
              </a:defRPr>
            </a:lvl5pPr>
          </a:lstStyle>
          <a:p>
            <a:pPr lvl="0"/>
            <a:r>
              <a:rPr lang="de-DE" dirty="0"/>
              <a:t>Textmasterformate durch Klicken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7" name="Titelplatzhalter 1">
            <a:extLst>
              <a:ext uri="{FF2B5EF4-FFF2-40B4-BE49-F238E27FC236}">
                <a16:creationId xmlns:a16="http://schemas.microsoft.com/office/drawing/2014/main" id="{E2AD25A9-78B7-4D5C-B726-25F0ADE2C06B}"/>
              </a:ext>
            </a:extLst>
          </p:cNvPr>
          <p:cNvSpPr>
            <a:spLocks noGrp="1"/>
          </p:cNvSpPr>
          <p:nvPr>
            <p:ph type="title"/>
          </p:nvPr>
        </p:nvSpPr>
        <p:spPr bwMode="auto">
          <a:xfrm>
            <a:off x="623888" y="489404"/>
            <a:ext cx="10943704" cy="776810"/>
          </a:xfrm>
          <a:prstGeom prst="rect">
            <a:avLst/>
          </a:prstGeom>
          <a:noFill/>
          <a:ln w="9525">
            <a:noFill/>
            <a:miter lim="800000"/>
            <a:headEnd/>
            <a:tailEnd/>
          </a:ln>
        </p:spPr>
        <p:txBody>
          <a:bodyPr vert="horz" wrap="square" lIns="0" tIns="45711" rIns="91420" bIns="45711" numCol="1" anchor="ctr" anchorCtr="0" compatLnSpc="1">
            <a:prstTxWarp prst="textNoShape">
              <a:avLst/>
            </a:prstTxWarp>
            <a:noAutofit/>
          </a:bodyPr>
          <a:lstStyle>
            <a:lvl1pPr marL="657954" indent="-657954" algn="l">
              <a:defRPr sz="2800">
                <a:solidFill>
                  <a:srgbClr val="00B0F0"/>
                </a:solidFill>
                <a:latin typeface="Liberation Serif" panose="02020603050405020304" pitchFamily="18" charset="0"/>
                <a:cs typeface="Liberation Serif" panose="02020603050405020304" pitchFamily="18" charset="0"/>
              </a:defRPr>
            </a:lvl1pPr>
          </a:lstStyle>
          <a:p>
            <a:pPr lvl="0"/>
            <a:endParaRPr lang="de-DE" dirty="0"/>
          </a:p>
        </p:txBody>
      </p:sp>
    </p:spTree>
    <p:extLst>
      <p:ext uri="{BB962C8B-B14F-4D97-AF65-F5344CB8AC3E}">
        <p14:creationId xmlns:p14="http://schemas.microsoft.com/office/powerpoint/2010/main" val="3566966594"/>
      </p:ext>
    </p:extLst>
  </p:cSld>
  <p:clrMapOvr>
    <a:masterClrMapping/>
  </p:clrMapOvr>
  <p:extLst>
    <p:ext uri="{DCECCB84-F9BA-43D5-87BE-67443E8EF086}">
      <p15:sldGuideLst xmlns:p15="http://schemas.microsoft.com/office/powerpoint/2012/main">
        <p15:guide id="1" pos="393">
          <p15:clr>
            <a:srgbClr val="FBAE40"/>
          </p15:clr>
        </p15:guide>
        <p15:guide id="2" orient="horz" pos="300">
          <p15:clr>
            <a:srgbClr val="FBAE40"/>
          </p15:clr>
        </p15:guide>
        <p15:guide id="3" orient="horz" pos="709">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itel und Inhalt">
    <p:spTree>
      <p:nvGrpSpPr>
        <p:cNvPr id="1" name=""/>
        <p:cNvGrpSpPr/>
        <p:nvPr/>
      </p:nvGrpSpPr>
      <p:grpSpPr>
        <a:xfrm>
          <a:off x="0" y="0"/>
          <a:ext cx="0" cy="0"/>
          <a:chOff x="0" y="0"/>
          <a:chExt cx="0" cy="0"/>
        </a:xfrm>
      </p:grpSpPr>
      <p:sp>
        <p:nvSpPr>
          <p:cNvPr id="6" name="Textplatzhalter 2">
            <a:extLst>
              <a:ext uri="{FF2B5EF4-FFF2-40B4-BE49-F238E27FC236}">
                <a16:creationId xmlns:a16="http://schemas.microsoft.com/office/drawing/2014/main" id="{1D2B3BB5-5D99-4B39-B9A1-92A21DA09056}"/>
              </a:ext>
            </a:extLst>
          </p:cNvPr>
          <p:cNvSpPr>
            <a:spLocks noGrp="1"/>
          </p:cNvSpPr>
          <p:nvPr>
            <p:ph idx="1" hasCustomPrompt="1"/>
          </p:nvPr>
        </p:nvSpPr>
        <p:spPr bwMode="auto">
          <a:xfrm>
            <a:off x="623886" y="1268760"/>
            <a:ext cx="10943704" cy="4598718"/>
          </a:xfrm>
          <a:prstGeom prst="rect">
            <a:avLst/>
          </a:prstGeom>
          <a:noFill/>
          <a:ln w="9525">
            <a:noFill/>
            <a:miter lim="800000"/>
            <a:headEnd/>
            <a:tailEnd/>
          </a:ln>
        </p:spPr>
        <p:txBody>
          <a:bodyPr vert="horz" wrap="square" lIns="0" tIns="45711" rIns="91420" bIns="45711" numCol="1" anchor="t" anchorCtr="0" compatLnSpc="1">
            <a:prstTxWarp prst="textNoShape">
              <a:avLst/>
            </a:prstTxWarp>
            <a:noAutofit/>
          </a:bodyPr>
          <a:lstStyle>
            <a:lvl1pPr marL="0" indent="0" algn="l">
              <a:buNone/>
              <a:tabLst>
                <a:tab pos="322498" algn="l"/>
                <a:tab pos="657954" algn="l"/>
                <a:tab pos="977572" algn="l"/>
                <a:tab pos="1301509" algn="l"/>
                <a:tab pos="1621128" algn="l"/>
                <a:tab pos="1959463" algn="l"/>
                <a:tab pos="2601579" algn="l"/>
                <a:tab pos="3259532" algn="l"/>
                <a:tab pos="3903088" algn="l"/>
                <a:tab pos="4561041" algn="l"/>
              </a:tabLst>
              <a:defRPr sz="1400" b="1">
                <a:solidFill>
                  <a:schemeClr val="tx1"/>
                </a:solidFill>
                <a:latin typeface="Liberation Serif" panose="02020603050405020304" pitchFamily="18" charset="0"/>
                <a:cs typeface="Liberation Serif" panose="02020603050405020304" pitchFamily="18" charset="0"/>
              </a:defRPr>
            </a:lvl1pPr>
            <a:lvl2pPr marL="0" indent="0" algn="l">
              <a:buNone/>
              <a:tabLst>
                <a:tab pos="322498" algn="l"/>
                <a:tab pos="646436" algn="l"/>
                <a:tab pos="977572" algn="l"/>
                <a:tab pos="1304389" algn="l"/>
                <a:tab pos="1621128" algn="l"/>
                <a:tab pos="1955144" algn="l"/>
                <a:tab pos="2601579" algn="l"/>
                <a:tab pos="3259532" algn="l"/>
                <a:tab pos="3903088" algn="l"/>
                <a:tab pos="4561041" algn="l"/>
              </a:tabLst>
              <a:defRPr sz="1400">
                <a:solidFill>
                  <a:schemeClr val="tx1"/>
                </a:solidFill>
                <a:latin typeface="Liberation Serif" panose="02020603050405020304" pitchFamily="18" charset="0"/>
                <a:cs typeface="Liberation Serif" panose="02020603050405020304" pitchFamily="18" charset="0"/>
              </a:defRPr>
            </a:lvl2pPr>
            <a:lvl3pPr marL="0" indent="0" algn="l" defTabSz="407442">
              <a:buNone/>
              <a:tabLst>
                <a:tab pos="322498" algn="l"/>
                <a:tab pos="646436" algn="l"/>
                <a:tab pos="977572" algn="l"/>
                <a:tab pos="1304389" algn="l"/>
                <a:tab pos="1621128" algn="l"/>
                <a:tab pos="1950825" algn="l"/>
                <a:tab pos="2601579" algn="l"/>
                <a:tab pos="3259532" algn="l"/>
                <a:tab pos="3903088" algn="l"/>
                <a:tab pos="4561041" algn="l"/>
              </a:tabLst>
              <a:defRPr sz="1400">
                <a:solidFill>
                  <a:schemeClr val="tx1"/>
                </a:solidFill>
                <a:latin typeface="Liberation Serif" panose="02020603050405020304" pitchFamily="18" charset="0"/>
                <a:cs typeface="Liberation Serif" panose="02020603050405020304" pitchFamily="18" charset="0"/>
              </a:defRPr>
            </a:lvl3pPr>
            <a:lvl4pPr marL="322498" indent="-322498" algn="l">
              <a:buFont typeface="+mj-lt"/>
              <a:buNone/>
              <a:tabLst>
                <a:tab pos="646436" algn="l"/>
                <a:tab pos="977572" algn="l"/>
                <a:tab pos="1304389" algn="l"/>
                <a:tab pos="1621128" algn="l"/>
                <a:tab pos="1950825" algn="l"/>
                <a:tab pos="2601579" algn="l"/>
                <a:tab pos="3259532" algn="l"/>
                <a:tab pos="3903088" algn="l"/>
                <a:tab pos="4561041" algn="l"/>
              </a:tabLst>
              <a:defRPr sz="1400">
                <a:solidFill>
                  <a:schemeClr val="tx1"/>
                </a:solidFill>
                <a:latin typeface="Liberation Serif" panose="02020603050405020304" pitchFamily="18" charset="0"/>
                <a:cs typeface="Liberation Serif" panose="02020603050405020304" pitchFamily="18" charset="0"/>
              </a:defRPr>
            </a:lvl4pPr>
            <a:lvl5pPr marL="322498" indent="-322498" algn="l">
              <a:buFont typeface="Arial" pitchFamily="34" charset="0"/>
              <a:buChar char="•"/>
              <a:tabLst>
                <a:tab pos="656514" algn="l"/>
                <a:tab pos="977572" algn="l"/>
                <a:tab pos="1304389" algn="l"/>
                <a:tab pos="1621128" algn="l"/>
                <a:tab pos="1955144" algn="l"/>
                <a:tab pos="2601579" algn="l"/>
                <a:tab pos="3259532" algn="l"/>
                <a:tab pos="3903088" algn="l"/>
                <a:tab pos="4561041" algn="l"/>
              </a:tabLst>
              <a:defRPr sz="1400">
                <a:solidFill>
                  <a:schemeClr val="tx1"/>
                </a:solidFill>
                <a:latin typeface="Liberation Serif" panose="02020603050405020304" pitchFamily="18" charset="0"/>
                <a:cs typeface="Liberation Serif" panose="02020603050405020304" pitchFamily="18" charset="0"/>
              </a:defRPr>
            </a:lvl5pPr>
          </a:lstStyle>
          <a:p>
            <a:pPr lvl="0"/>
            <a:r>
              <a:rPr lang="de-DE" dirty="0"/>
              <a:t>Textmasterformate durch Klicken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7" name="Titelplatzhalter 1">
            <a:extLst>
              <a:ext uri="{FF2B5EF4-FFF2-40B4-BE49-F238E27FC236}">
                <a16:creationId xmlns:a16="http://schemas.microsoft.com/office/drawing/2014/main" id="{E2AD25A9-78B7-4D5C-B726-25F0ADE2C06B}"/>
              </a:ext>
            </a:extLst>
          </p:cNvPr>
          <p:cNvSpPr>
            <a:spLocks noGrp="1"/>
          </p:cNvSpPr>
          <p:nvPr>
            <p:ph type="title"/>
          </p:nvPr>
        </p:nvSpPr>
        <p:spPr bwMode="auto">
          <a:xfrm>
            <a:off x="623888" y="489404"/>
            <a:ext cx="10943704" cy="776810"/>
          </a:xfrm>
          <a:prstGeom prst="rect">
            <a:avLst/>
          </a:prstGeom>
          <a:noFill/>
          <a:ln w="9525">
            <a:noFill/>
            <a:miter lim="800000"/>
            <a:headEnd/>
            <a:tailEnd/>
          </a:ln>
        </p:spPr>
        <p:txBody>
          <a:bodyPr vert="horz" wrap="square" lIns="0" tIns="45711" rIns="91420" bIns="45711" numCol="1" anchor="ctr" anchorCtr="0" compatLnSpc="1">
            <a:prstTxWarp prst="textNoShape">
              <a:avLst/>
            </a:prstTxWarp>
            <a:noAutofit/>
          </a:bodyPr>
          <a:lstStyle>
            <a:lvl1pPr marL="657954" indent="-657954" algn="l">
              <a:defRPr sz="2800">
                <a:solidFill>
                  <a:srgbClr val="00B0F0"/>
                </a:solidFill>
                <a:latin typeface="Liberation Serif" panose="02020603050405020304" pitchFamily="18" charset="0"/>
                <a:cs typeface="Liberation Serif" panose="02020603050405020304" pitchFamily="18" charset="0"/>
              </a:defRPr>
            </a:lvl1pPr>
          </a:lstStyle>
          <a:p>
            <a:pPr lvl="0"/>
            <a:endParaRPr lang="de-DE" dirty="0"/>
          </a:p>
        </p:txBody>
      </p:sp>
    </p:spTree>
    <p:extLst>
      <p:ext uri="{BB962C8B-B14F-4D97-AF65-F5344CB8AC3E}">
        <p14:creationId xmlns:p14="http://schemas.microsoft.com/office/powerpoint/2010/main" val="770161381"/>
      </p:ext>
    </p:extLst>
  </p:cSld>
  <p:clrMapOvr>
    <a:masterClrMapping/>
  </p:clrMapOvr>
  <p:extLst>
    <p:ext uri="{DCECCB84-F9BA-43D5-87BE-67443E8EF086}">
      <p15:sldGuideLst xmlns:p15="http://schemas.microsoft.com/office/powerpoint/2012/main">
        <p15:guide id="1" pos="393">
          <p15:clr>
            <a:srgbClr val="FBAE40"/>
          </p15:clr>
        </p15:guide>
        <p15:guide id="2" orient="horz" pos="300">
          <p15:clr>
            <a:srgbClr val="FBAE40"/>
          </p15:clr>
        </p15:guide>
        <p15:guide id="3" orient="horz" pos="709">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bschluss">
    <p:bg>
      <p:bgPr>
        <a:solidFill>
          <a:schemeClr val="bg1"/>
        </a:solidFill>
        <a:effectLst/>
      </p:bgPr>
    </p:bg>
    <p:spTree>
      <p:nvGrpSpPr>
        <p:cNvPr id="1" name=""/>
        <p:cNvGrpSpPr/>
        <p:nvPr/>
      </p:nvGrpSpPr>
      <p:grpSpPr>
        <a:xfrm>
          <a:off x="0" y="0"/>
          <a:ext cx="0" cy="0"/>
          <a:chOff x="0" y="0"/>
          <a:chExt cx="0" cy="0"/>
        </a:xfrm>
      </p:grpSpPr>
      <p:sp>
        <p:nvSpPr>
          <p:cNvPr id="10" name="Rechteck 9">
            <a:extLst>
              <a:ext uri="{FF2B5EF4-FFF2-40B4-BE49-F238E27FC236}">
                <a16:creationId xmlns:a16="http://schemas.microsoft.com/office/drawing/2014/main" id="{B911F3F6-CFAF-4712-99FF-0821A3CDF40F}"/>
              </a:ext>
            </a:extLst>
          </p:cNvPr>
          <p:cNvSpPr/>
          <p:nvPr userDrawn="1"/>
        </p:nvSpPr>
        <p:spPr>
          <a:xfrm>
            <a:off x="0" y="1150806"/>
            <a:ext cx="12192000" cy="468948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800" dirty="0"/>
          </a:p>
        </p:txBody>
      </p:sp>
      <p:sp>
        <p:nvSpPr>
          <p:cNvPr id="14" name="Titel 1">
            <a:extLst>
              <a:ext uri="{FF2B5EF4-FFF2-40B4-BE49-F238E27FC236}">
                <a16:creationId xmlns:a16="http://schemas.microsoft.com/office/drawing/2014/main" id="{F3AA6966-2C26-4F5B-A6D5-F8776664F8E6}"/>
              </a:ext>
            </a:extLst>
          </p:cNvPr>
          <p:cNvSpPr>
            <a:spLocks noGrp="1"/>
          </p:cNvSpPr>
          <p:nvPr>
            <p:ph type="ctrTitle" hasCustomPrompt="1"/>
          </p:nvPr>
        </p:nvSpPr>
        <p:spPr>
          <a:xfrm>
            <a:off x="622296" y="1412776"/>
            <a:ext cx="10945817" cy="1102519"/>
          </a:xfrm>
          <a:prstGeom prst="rect">
            <a:avLst/>
          </a:prstGeom>
        </p:spPr>
        <p:txBody>
          <a:bodyPr vert="horz" lIns="0" tIns="0" rIns="0" bIns="0" anchor="t" anchorCtr="0">
            <a:noAutofit/>
          </a:bodyPr>
          <a:lstStyle>
            <a:lvl1pPr>
              <a:defRPr sz="4000">
                <a:solidFill>
                  <a:schemeClr val="bg1"/>
                </a:solidFill>
                <a:latin typeface="Liberation Serif" pitchFamily="18" charset="0"/>
              </a:defRPr>
            </a:lvl1pPr>
          </a:lstStyle>
          <a:p>
            <a:r>
              <a:rPr lang="de-DE" dirty="0"/>
              <a:t>Abschlussmaster durch Klicken bearbeiten</a:t>
            </a:r>
          </a:p>
        </p:txBody>
      </p:sp>
      <p:pic>
        <p:nvPicPr>
          <p:cNvPr id="16" name="Bild 2">
            <a:extLst>
              <a:ext uri="{FF2B5EF4-FFF2-40B4-BE49-F238E27FC236}">
                <a16:creationId xmlns:a16="http://schemas.microsoft.com/office/drawing/2014/main" id="{F440AE9D-24A0-4E14-BEAA-A817DEA58C9B}"/>
              </a:ext>
            </a:extLst>
          </p:cNvPr>
          <p:cNvPicPr>
            <a:picLocks noChangeAspect="1"/>
          </p:cNvPicPr>
          <p:nvPr userDrawn="1"/>
        </p:nvPicPr>
        <p:blipFill>
          <a:blip r:embed="rId2"/>
          <a:stretch>
            <a:fillRect/>
          </a:stretch>
        </p:blipFill>
        <p:spPr>
          <a:xfrm>
            <a:off x="9552384" y="-27384"/>
            <a:ext cx="2015208" cy="318982"/>
          </a:xfrm>
          <a:prstGeom prst="rect">
            <a:avLst/>
          </a:prstGeom>
        </p:spPr>
      </p:pic>
      <p:pic>
        <p:nvPicPr>
          <p:cNvPr id="17" name="HRW_Logo_transparent.png">
            <a:extLst>
              <a:ext uri="{FF2B5EF4-FFF2-40B4-BE49-F238E27FC236}">
                <a16:creationId xmlns:a16="http://schemas.microsoft.com/office/drawing/2014/main" id="{977B5304-7624-44FB-8AE5-9CBDC59AB85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97504" y="-27384"/>
            <a:ext cx="2592288" cy="1150806"/>
          </a:xfrm>
          <a:prstGeom prst="rect">
            <a:avLst/>
          </a:prstGeom>
        </p:spPr>
      </p:pic>
      <p:pic>
        <p:nvPicPr>
          <p:cNvPr id="18" name="Grafik 17">
            <a:extLst>
              <a:ext uri="{FF2B5EF4-FFF2-40B4-BE49-F238E27FC236}">
                <a16:creationId xmlns:a16="http://schemas.microsoft.com/office/drawing/2014/main" id="{C25C95A8-926B-4BB4-83F9-CBBFE9E376C0}"/>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477345" y="5949280"/>
            <a:ext cx="2378295" cy="783106"/>
          </a:xfrm>
          <a:prstGeom prst="rect">
            <a:avLst/>
          </a:prstGeom>
        </p:spPr>
      </p:pic>
      <p:sp>
        <p:nvSpPr>
          <p:cNvPr id="8" name="Inhaltsplatzhalter 18">
            <a:extLst>
              <a:ext uri="{FF2B5EF4-FFF2-40B4-BE49-F238E27FC236}">
                <a16:creationId xmlns:a16="http://schemas.microsoft.com/office/drawing/2014/main" id="{CE84D051-E07F-4D08-A817-41C9C28BFBB7}"/>
              </a:ext>
            </a:extLst>
          </p:cNvPr>
          <p:cNvSpPr>
            <a:spLocks noGrp="1"/>
          </p:cNvSpPr>
          <p:nvPr>
            <p:ph sz="quarter" idx="11" hasCustomPrompt="1"/>
          </p:nvPr>
        </p:nvSpPr>
        <p:spPr>
          <a:xfrm>
            <a:off x="6737702" y="6102708"/>
            <a:ext cx="4838179" cy="476250"/>
          </a:xfrm>
          <a:prstGeom prst="rect">
            <a:avLst/>
          </a:prstGeom>
        </p:spPr>
        <p:txBody>
          <a:bodyPr lIns="0" rIns="0"/>
          <a:lstStyle>
            <a:lvl1pPr algn="r">
              <a:defRPr sz="2800">
                <a:solidFill>
                  <a:schemeClr val="tx2"/>
                </a:solidFill>
              </a:defRPr>
            </a:lvl1pPr>
          </a:lstStyle>
          <a:p>
            <a:pPr lvl="0"/>
            <a:r>
              <a:rPr lang="de-DE" dirty="0"/>
              <a:t>Fachbereich, Institut o.ä.</a:t>
            </a:r>
          </a:p>
        </p:txBody>
      </p:sp>
    </p:spTree>
    <p:extLst>
      <p:ext uri="{BB962C8B-B14F-4D97-AF65-F5344CB8AC3E}">
        <p14:creationId xmlns:p14="http://schemas.microsoft.com/office/powerpoint/2010/main" val="793919839"/>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8246593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dt="0"/>
  <p:txStyles>
    <p:titleStyle>
      <a:lvl1pPr algn="l" defTabSz="914354" rtl="0" eaLnBrk="1" latinLnBrk="0" hangingPunct="1">
        <a:lnSpc>
          <a:spcPct val="90000"/>
        </a:lnSpc>
        <a:spcBef>
          <a:spcPct val="0"/>
        </a:spcBef>
        <a:buNone/>
        <a:defRPr sz="4400" kern="1200">
          <a:solidFill>
            <a:schemeClr val="tx1"/>
          </a:solidFill>
          <a:latin typeface="Liberation Serif" panose="02020603050405020304" pitchFamily="18" charset="0"/>
          <a:ea typeface="+mj-ea"/>
          <a:cs typeface="+mj-cs"/>
        </a:defRPr>
      </a:lvl1pPr>
    </p:titleStyle>
    <p:bodyStyle>
      <a:lvl1pPr marL="0" indent="0" algn="l" defTabSz="914354" rtl="0" eaLnBrk="1" latinLnBrk="0" hangingPunct="1">
        <a:lnSpc>
          <a:spcPct val="90000"/>
        </a:lnSpc>
        <a:spcBef>
          <a:spcPts val="1001"/>
        </a:spcBef>
        <a:buFont typeface="Arial" panose="020B0604020202020204" pitchFamily="34" charset="0"/>
        <a:buNone/>
        <a:defRPr sz="2800" kern="1200">
          <a:solidFill>
            <a:schemeClr val="tx1"/>
          </a:solidFill>
          <a:latin typeface="Liberation Serif" panose="02020603050405020304" pitchFamily="18" charset="0"/>
          <a:ea typeface="+mn-ea"/>
          <a:cs typeface="+mn-cs"/>
        </a:defRPr>
      </a:lvl1pPr>
      <a:lvl2pPr marL="685767" indent="-228589" algn="l" defTabSz="914354" rtl="0" eaLnBrk="1" latinLnBrk="0" hangingPunct="1">
        <a:lnSpc>
          <a:spcPct val="90000"/>
        </a:lnSpc>
        <a:spcBef>
          <a:spcPts val="500"/>
        </a:spcBef>
        <a:buFont typeface="Arial" panose="020B0604020202020204" pitchFamily="34" charset="0"/>
        <a:buChar char="•"/>
        <a:defRPr sz="2400" kern="1200">
          <a:solidFill>
            <a:schemeClr val="tx1"/>
          </a:solidFill>
          <a:latin typeface="Liberation Serif" panose="02020603050405020304" pitchFamily="18" charset="0"/>
          <a:ea typeface="+mn-ea"/>
          <a:cs typeface="+mn-cs"/>
        </a:defRPr>
      </a:lvl2pPr>
      <a:lvl3pPr marL="1142943" indent="-228589" algn="l" defTabSz="914354" rtl="0" eaLnBrk="1" latinLnBrk="0" hangingPunct="1">
        <a:lnSpc>
          <a:spcPct val="90000"/>
        </a:lnSpc>
        <a:spcBef>
          <a:spcPts val="500"/>
        </a:spcBef>
        <a:buFont typeface="Arial" panose="020B0604020202020204" pitchFamily="34" charset="0"/>
        <a:buChar char="•"/>
        <a:defRPr sz="2000" kern="1200">
          <a:solidFill>
            <a:schemeClr val="tx1"/>
          </a:solidFill>
          <a:latin typeface="Liberation Serif" panose="02020603050405020304" pitchFamily="18" charset="0"/>
          <a:ea typeface="+mn-ea"/>
          <a:cs typeface="+mn-cs"/>
        </a:defRPr>
      </a:lvl3pPr>
      <a:lvl4pPr marL="1600121" indent="-228589" algn="l" defTabSz="914354" rtl="0" eaLnBrk="1" latinLnBrk="0" hangingPunct="1">
        <a:lnSpc>
          <a:spcPct val="90000"/>
        </a:lnSpc>
        <a:spcBef>
          <a:spcPts val="500"/>
        </a:spcBef>
        <a:buFont typeface="Arial" panose="020B0604020202020204" pitchFamily="34" charset="0"/>
        <a:buChar char="•"/>
        <a:defRPr sz="1801" kern="1200">
          <a:solidFill>
            <a:schemeClr val="tx1"/>
          </a:solidFill>
          <a:latin typeface="Liberation Serif" panose="02020603050405020304" pitchFamily="18" charset="0"/>
          <a:ea typeface="+mn-ea"/>
          <a:cs typeface="+mn-cs"/>
        </a:defRPr>
      </a:lvl4pPr>
      <a:lvl5pPr marL="2057298" indent="-228589" algn="l" defTabSz="914354" rtl="0" eaLnBrk="1" latinLnBrk="0" hangingPunct="1">
        <a:lnSpc>
          <a:spcPct val="90000"/>
        </a:lnSpc>
        <a:spcBef>
          <a:spcPts val="500"/>
        </a:spcBef>
        <a:buFont typeface="Arial" panose="020B0604020202020204" pitchFamily="34" charset="0"/>
        <a:buChar char="•"/>
        <a:defRPr sz="1801" kern="1200">
          <a:solidFill>
            <a:schemeClr val="tx1"/>
          </a:solidFill>
          <a:latin typeface="Liberation Serif" panose="02020603050405020304" pitchFamily="18" charset="0"/>
          <a:ea typeface="+mn-ea"/>
          <a:cs typeface="+mn-cs"/>
        </a:defRPr>
      </a:lvl5pPr>
      <a:lvl6pPr marL="2514476" indent="-228589" algn="l" defTabSz="914354"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007" indent="-228589" algn="l" defTabSz="914354"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p:bodyStyle>
    <p:otherStyle>
      <a:defPPr>
        <a:defRPr lang="de-DE"/>
      </a:defPPr>
      <a:lvl1pPr marL="0" algn="l" defTabSz="914354" rtl="0" eaLnBrk="1" latinLnBrk="0" hangingPunct="1">
        <a:defRPr sz="1801" kern="1200">
          <a:solidFill>
            <a:schemeClr val="tx1"/>
          </a:solidFill>
          <a:latin typeface="+mn-lt"/>
          <a:ea typeface="+mn-ea"/>
          <a:cs typeface="+mn-cs"/>
        </a:defRPr>
      </a:lvl1pPr>
      <a:lvl2pPr marL="457177" algn="l" defTabSz="914354" rtl="0" eaLnBrk="1" latinLnBrk="0" hangingPunct="1">
        <a:defRPr sz="1801" kern="1200">
          <a:solidFill>
            <a:schemeClr val="tx1"/>
          </a:solidFill>
          <a:latin typeface="+mn-lt"/>
          <a:ea typeface="+mn-ea"/>
          <a:cs typeface="+mn-cs"/>
        </a:defRPr>
      </a:lvl2pPr>
      <a:lvl3pPr marL="914354" algn="l" defTabSz="914354" rtl="0" eaLnBrk="1" latinLnBrk="0" hangingPunct="1">
        <a:defRPr sz="1801" kern="1200">
          <a:solidFill>
            <a:schemeClr val="tx1"/>
          </a:solidFill>
          <a:latin typeface="+mn-lt"/>
          <a:ea typeface="+mn-ea"/>
          <a:cs typeface="+mn-cs"/>
        </a:defRPr>
      </a:lvl3pPr>
      <a:lvl4pPr marL="1371531" algn="l" defTabSz="914354" rtl="0" eaLnBrk="1" latinLnBrk="0" hangingPunct="1">
        <a:defRPr sz="1801" kern="1200">
          <a:solidFill>
            <a:schemeClr val="tx1"/>
          </a:solidFill>
          <a:latin typeface="+mn-lt"/>
          <a:ea typeface="+mn-ea"/>
          <a:cs typeface="+mn-cs"/>
        </a:defRPr>
      </a:lvl4pPr>
      <a:lvl5pPr marL="1828709" algn="l" defTabSz="914354" rtl="0" eaLnBrk="1" latinLnBrk="0" hangingPunct="1">
        <a:defRPr sz="1801" kern="1200">
          <a:solidFill>
            <a:schemeClr val="tx1"/>
          </a:solidFill>
          <a:latin typeface="+mn-lt"/>
          <a:ea typeface="+mn-ea"/>
          <a:cs typeface="+mn-cs"/>
        </a:defRPr>
      </a:lvl5pPr>
      <a:lvl6pPr marL="2285886" algn="l" defTabSz="914354" rtl="0" eaLnBrk="1" latinLnBrk="0" hangingPunct="1">
        <a:defRPr sz="1801" kern="1200">
          <a:solidFill>
            <a:schemeClr val="tx1"/>
          </a:solidFill>
          <a:latin typeface="+mn-lt"/>
          <a:ea typeface="+mn-ea"/>
          <a:cs typeface="+mn-cs"/>
        </a:defRPr>
      </a:lvl6pPr>
      <a:lvl7pPr marL="2743063" algn="l" defTabSz="914354" rtl="0" eaLnBrk="1" latinLnBrk="0" hangingPunct="1">
        <a:defRPr sz="1801" kern="1200">
          <a:solidFill>
            <a:schemeClr val="tx1"/>
          </a:solidFill>
          <a:latin typeface="+mn-lt"/>
          <a:ea typeface="+mn-ea"/>
          <a:cs typeface="+mn-cs"/>
        </a:defRPr>
      </a:lvl7pPr>
      <a:lvl8pPr marL="3200240" algn="l" defTabSz="914354" rtl="0" eaLnBrk="1" latinLnBrk="0" hangingPunct="1">
        <a:defRPr sz="1801" kern="1200">
          <a:solidFill>
            <a:schemeClr val="tx1"/>
          </a:solidFill>
          <a:latin typeface="+mn-lt"/>
          <a:ea typeface="+mn-ea"/>
          <a:cs typeface="+mn-cs"/>
        </a:defRPr>
      </a:lvl8pPr>
      <a:lvl9pPr marL="3657417" algn="l" defTabSz="914354" rtl="0" eaLnBrk="1" latinLnBrk="0" hangingPunct="1">
        <a:defRPr sz="1801" kern="1200">
          <a:solidFill>
            <a:schemeClr val="tx1"/>
          </a:solidFill>
          <a:latin typeface="+mn-lt"/>
          <a:ea typeface="+mn-ea"/>
          <a:cs typeface="+mn-cs"/>
        </a:defRPr>
      </a:lvl9pPr>
    </p:otherStyle>
  </p:txStyles>
  <p:extLst>
    <p:ext uri="{27BBF7A9-308A-43DC-89C8-2F10F3537804}">
      <p15:sldGuideLst xmlns:p15="http://schemas.microsoft.com/office/powerpoint/2012/main">
        <p15:guide id="2" pos="7287">
          <p15:clr>
            <a:srgbClr val="F26B43"/>
          </p15:clr>
        </p15:guide>
        <p15:guide id="5" orient="horz" pos="822">
          <p15:clr>
            <a:srgbClr val="F26B43"/>
          </p15:clr>
        </p15:guide>
        <p15:guide id="7" pos="393">
          <p15:clr>
            <a:srgbClr val="F26B43"/>
          </p15:clr>
        </p15:guide>
        <p15:guide id="8" orient="horz" pos="61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a:extLst>
              <a:ext uri="{FF2B5EF4-FFF2-40B4-BE49-F238E27FC236}">
                <a16:creationId xmlns:a16="http://schemas.microsoft.com/office/drawing/2014/main" id="{3E256E18-EC24-4500-BC3B-066D14936873}"/>
              </a:ext>
            </a:extLst>
          </p:cNvPr>
          <p:cNvSpPr>
            <a:spLocks noGrp="1"/>
          </p:cNvSpPr>
          <p:nvPr>
            <p:ph idx="1"/>
          </p:nvPr>
        </p:nvSpPr>
        <p:spPr>
          <a:xfrm>
            <a:off x="623888" y="1674295"/>
            <a:ext cx="10434639" cy="3314700"/>
          </a:xfrm>
        </p:spPr>
        <p:txBody>
          <a:bodyPr/>
          <a:lstStyle/>
          <a:p>
            <a:pPr>
              <a:lnSpc>
                <a:spcPct val="114000"/>
              </a:lnSpc>
            </a:pPr>
            <a:r>
              <a:rPr lang="en-US" sz="3000" dirty="0"/>
              <a:t>What three things are you grateful for in today’s session? What are the three things you look back on positively? </a:t>
            </a:r>
            <a:br>
              <a:rPr lang="de-DE" dirty="0"/>
            </a:br>
            <a:r>
              <a:rPr lang="en-US" sz="2600" b="0" dirty="0"/>
              <a:t>These could be specific content conveyed, certain methodologies used, or small moments in between. </a:t>
            </a:r>
            <a:endParaRPr lang="de-DE" sz="2600" b="0" dirty="0"/>
          </a:p>
        </p:txBody>
      </p:sp>
      <p:sp>
        <p:nvSpPr>
          <p:cNvPr id="3" name="Titel 2">
            <a:extLst>
              <a:ext uri="{FF2B5EF4-FFF2-40B4-BE49-F238E27FC236}">
                <a16:creationId xmlns:a16="http://schemas.microsoft.com/office/drawing/2014/main" id="{277ABF4A-BA07-4BF5-8A4B-5A35F94D84E0}"/>
              </a:ext>
            </a:extLst>
          </p:cNvPr>
          <p:cNvSpPr>
            <a:spLocks noGrp="1"/>
          </p:cNvSpPr>
          <p:nvPr>
            <p:ph type="title"/>
          </p:nvPr>
        </p:nvSpPr>
        <p:spPr/>
        <p:txBody>
          <a:bodyPr/>
          <a:lstStyle/>
          <a:p>
            <a:r>
              <a:rPr lang="de-DE" sz="4000" dirty="0" err="1"/>
              <a:t>Three</a:t>
            </a:r>
            <a:r>
              <a:rPr lang="de-DE" sz="4000" dirty="0"/>
              <a:t> </a:t>
            </a:r>
            <a:r>
              <a:rPr lang="de-DE" sz="4000" dirty="0" err="1"/>
              <a:t>Good</a:t>
            </a:r>
            <a:r>
              <a:rPr lang="de-DE" sz="4000" dirty="0"/>
              <a:t> Things</a:t>
            </a:r>
          </a:p>
        </p:txBody>
      </p:sp>
      <p:sp>
        <p:nvSpPr>
          <p:cNvPr id="6" name="Inhaltsplatzhalter 1">
            <a:extLst>
              <a:ext uri="{FF2B5EF4-FFF2-40B4-BE49-F238E27FC236}">
                <a16:creationId xmlns:a16="http://schemas.microsoft.com/office/drawing/2014/main" id="{E80842DD-469D-4C72-829E-EC740B7F2C8D}"/>
              </a:ext>
            </a:extLst>
          </p:cNvPr>
          <p:cNvSpPr txBox="1">
            <a:spLocks/>
          </p:cNvSpPr>
          <p:nvPr/>
        </p:nvSpPr>
        <p:spPr bwMode="auto">
          <a:xfrm>
            <a:off x="4808554" y="4325886"/>
            <a:ext cx="7228949" cy="1252755"/>
          </a:xfrm>
          <a:prstGeom prst="rect">
            <a:avLst/>
          </a:prstGeom>
          <a:noFill/>
          <a:ln w="9525">
            <a:noFill/>
            <a:miter lim="800000"/>
            <a:headEnd/>
            <a:tailEnd/>
          </a:ln>
        </p:spPr>
        <p:txBody>
          <a:bodyPr vert="horz" wrap="square" lIns="0" tIns="45711" rIns="91420" bIns="45711" numCol="1" anchor="t" anchorCtr="0" compatLnSpc="1">
            <a:prstTxWarp prst="textNoShape">
              <a:avLst/>
            </a:prstTxWarp>
            <a:noAutofit/>
          </a:bodyPr>
          <a:lstStyle>
            <a:lvl1pPr marL="0" indent="0" algn="l" defTabSz="914354" rtl="0" eaLnBrk="1" latinLnBrk="0" hangingPunct="1">
              <a:lnSpc>
                <a:spcPct val="90000"/>
              </a:lnSpc>
              <a:spcBef>
                <a:spcPts val="1001"/>
              </a:spcBef>
              <a:buFont typeface="Arial" panose="020B0604020202020204" pitchFamily="34" charset="0"/>
              <a:buNone/>
              <a:tabLst>
                <a:tab pos="322498" algn="l"/>
                <a:tab pos="657954" algn="l"/>
                <a:tab pos="977572" algn="l"/>
                <a:tab pos="1301509" algn="l"/>
                <a:tab pos="1621128" algn="l"/>
                <a:tab pos="1959463" algn="l"/>
                <a:tab pos="2601579" algn="l"/>
                <a:tab pos="3259532" algn="l"/>
                <a:tab pos="3903088" algn="l"/>
                <a:tab pos="4561041" algn="l"/>
              </a:tabLst>
              <a:defRPr sz="2400" b="1" kern="1200">
                <a:solidFill>
                  <a:schemeClr val="tx1"/>
                </a:solidFill>
                <a:latin typeface="Liberation Serif" panose="02020603050405020304" pitchFamily="18" charset="0"/>
                <a:ea typeface="+mn-ea"/>
                <a:cs typeface="Liberation Serif" panose="02020603050405020304" pitchFamily="18" charset="0"/>
              </a:defRPr>
            </a:lvl1pPr>
            <a:lvl2pPr marL="0" indent="0" algn="l" defTabSz="914354" rtl="0" eaLnBrk="1" latinLnBrk="0" hangingPunct="1">
              <a:lnSpc>
                <a:spcPct val="90000"/>
              </a:lnSpc>
              <a:spcBef>
                <a:spcPts val="500"/>
              </a:spcBef>
              <a:buFont typeface="Arial" panose="020B0604020202020204" pitchFamily="34" charset="0"/>
              <a:buNone/>
              <a:tabLst>
                <a:tab pos="322498" algn="l"/>
                <a:tab pos="646436" algn="l"/>
                <a:tab pos="977572" algn="l"/>
                <a:tab pos="1304389" algn="l"/>
                <a:tab pos="1621128" algn="l"/>
                <a:tab pos="1955144" algn="l"/>
                <a:tab pos="2601579" algn="l"/>
                <a:tab pos="3259532" algn="l"/>
                <a:tab pos="3903088" algn="l"/>
                <a:tab pos="4561041" algn="l"/>
              </a:tabLst>
              <a:defRPr sz="2400" kern="1200">
                <a:solidFill>
                  <a:schemeClr val="tx1"/>
                </a:solidFill>
                <a:latin typeface="Liberation Serif" panose="02020603050405020304" pitchFamily="18" charset="0"/>
                <a:ea typeface="+mn-ea"/>
                <a:cs typeface="Liberation Serif" panose="02020603050405020304" pitchFamily="18" charset="0"/>
              </a:defRPr>
            </a:lvl2pPr>
            <a:lvl3pPr marL="0" indent="0" algn="l" defTabSz="407442" rtl="0" eaLnBrk="1" latinLnBrk="0" hangingPunct="1">
              <a:lnSpc>
                <a:spcPct val="90000"/>
              </a:lnSpc>
              <a:spcBef>
                <a:spcPts val="500"/>
              </a:spcBef>
              <a:buFont typeface="Arial" panose="020B0604020202020204" pitchFamily="34" charset="0"/>
              <a:buNone/>
              <a:tabLst>
                <a:tab pos="322498" algn="l"/>
                <a:tab pos="646436" algn="l"/>
                <a:tab pos="977572" algn="l"/>
                <a:tab pos="1304389" algn="l"/>
                <a:tab pos="1621128" algn="l"/>
                <a:tab pos="1950825" algn="l"/>
                <a:tab pos="2601579" algn="l"/>
                <a:tab pos="3259532" algn="l"/>
                <a:tab pos="3903088" algn="l"/>
                <a:tab pos="4561041" algn="l"/>
              </a:tabLst>
              <a:defRPr sz="2400" kern="1200">
                <a:solidFill>
                  <a:schemeClr val="tx1"/>
                </a:solidFill>
                <a:latin typeface="Liberation Serif" panose="02020603050405020304" pitchFamily="18" charset="0"/>
                <a:ea typeface="+mn-ea"/>
                <a:cs typeface="Liberation Serif" panose="02020603050405020304" pitchFamily="18" charset="0"/>
              </a:defRPr>
            </a:lvl3pPr>
            <a:lvl4pPr marL="322498" indent="-322498" algn="l" defTabSz="914354" rtl="0" eaLnBrk="1" latinLnBrk="0" hangingPunct="1">
              <a:lnSpc>
                <a:spcPct val="90000"/>
              </a:lnSpc>
              <a:spcBef>
                <a:spcPts val="500"/>
              </a:spcBef>
              <a:buFont typeface="+mj-lt"/>
              <a:buNone/>
              <a:tabLst>
                <a:tab pos="646436" algn="l"/>
                <a:tab pos="977572" algn="l"/>
                <a:tab pos="1304389" algn="l"/>
                <a:tab pos="1621128" algn="l"/>
                <a:tab pos="1950825" algn="l"/>
                <a:tab pos="2601579" algn="l"/>
                <a:tab pos="3259532" algn="l"/>
                <a:tab pos="3903088" algn="l"/>
                <a:tab pos="4561041" algn="l"/>
              </a:tabLst>
              <a:defRPr sz="2400" kern="1200">
                <a:solidFill>
                  <a:schemeClr val="tx1"/>
                </a:solidFill>
                <a:latin typeface="Liberation Serif" panose="02020603050405020304" pitchFamily="18" charset="0"/>
                <a:ea typeface="+mn-ea"/>
                <a:cs typeface="Liberation Serif" panose="02020603050405020304" pitchFamily="18" charset="0"/>
              </a:defRPr>
            </a:lvl4pPr>
            <a:lvl5pPr marL="322498" indent="-322498" algn="l" defTabSz="914354" rtl="0" eaLnBrk="1" latinLnBrk="0" hangingPunct="1">
              <a:lnSpc>
                <a:spcPct val="90000"/>
              </a:lnSpc>
              <a:spcBef>
                <a:spcPts val="500"/>
              </a:spcBef>
              <a:buFont typeface="Arial" pitchFamily="34" charset="0"/>
              <a:buChar char="•"/>
              <a:tabLst>
                <a:tab pos="656514" algn="l"/>
                <a:tab pos="977572" algn="l"/>
                <a:tab pos="1304389" algn="l"/>
                <a:tab pos="1621128" algn="l"/>
                <a:tab pos="1955144" algn="l"/>
                <a:tab pos="2601579" algn="l"/>
                <a:tab pos="3259532" algn="l"/>
                <a:tab pos="3903088" algn="l"/>
                <a:tab pos="4561041" algn="l"/>
              </a:tabLst>
              <a:defRPr sz="2400" kern="1200">
                <a:solidFill>
                  <a:schemeClr val="tx1"/>
                </a:solidFill>
                <a:latin typeface="Liberation Serif" panose="02020603050405020304" pitchFamily="18" charset="0"/>
                <a:ea typeface="+mn-ea"/>
                <a:cs typeface="Liberation Serif" panose="02020603050405020304" pitchFamily="18" charset="0"/>
              </a:defRPr>
            </a:lvl5pPr>
            <a:lvl6pPr marL="2514476" indent="-228589" algn="l" defTabSz="914354"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007" indent="-228589" algn="l" defTabSz="914354"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a:lstStyle>
          <a:p>
            <a:pPr marL="0" marR="0" lvl="0" indent="0" algn="l" defTabSz="914354" rtl="0" eaLnBrk="1" fontAlgn="auto" latinLnBrk="0" hangingPunct="1">
              <a:lnSpc>
                <a:spcPct val="100000"/>
              </a:lnSpc>
              <a:spcBef>
                <a:spcPts val="1001"/>
              </a:spcBef>
              <a:spcAft>
                <a:spcPts val="0"/>
              </a:spcAft>
              <a:buClrTx/>
              <a:buSzTx/>
              <a:buFont typeface="Arial" panose="020B0604020202020204" pitchFamily="34" charset="0"/>
              <a:buNone/>
              <a:tabLst>
                <a:tab pos="322498" algn="l"/>
                <a:tab pos="657954" algn="l"/>
                <a:tab pos="977572" algn="l"/>
                <a:tab pos="1301509" algn="l"/>
                <a:tab pos="1621128" algn="l"/>
                <a:tab pos="1959463" algn="l"/>
                <a:tab pos="2601579" algn="l"/>
                <a:tab pos="3259532" algn="l"/>
                <a:tab pos="3903088" algn="l"/>
                <a:tab pos="4561041" algn="l"/>
              </a:tabLst>
              <a:defRPr/>
            </a:pPr>
            <a:r>
              <a:rPr kumimoji="0" lang="de-DE" sz="2600" b="0" i="0" u="none" strike="noStrike" kern="1200" cap="none" spc="0" normalizeH="0" baseline="0" noProof="0" dirty="0">
                <a:ln>
                  <a:noFill/>
                </a:ln>
                <a:solidFill>
                  <a:srgbClr val="000000"/>
                </a:solidFill>
                <a:effectLst/>
                <a:uLnTx/>
                <a:uFillTx/>
                <a:latin typeface="Liberation Serif" panose="02020603050405020304" pitchFamily="18" charset="0"/>
                <a:ea typeface="+mn-ea"/>
              </a:rPr>
              <a:t>Go </a:t>
            </a:r>
            <a:r>
              <a:rPr kumimoji="0" lang="de-DE" sz="2600" b="0" i="0" u="none" strike="noStrike" kern="1200" cap="none" spc="0" normalizeH="0" baseline="0" noProof="0" dirty="0" err="1">
                <a:ln>
                  <a:noFill/>
                </a:ln>
                <a:solidFill>
                  <a:srgbClr val="000000"/>
                </a:solidFill>
                <a:effectLst/>
                <a:uLnTx/>
                <a:uFillTx/>
                <a:latin typeface="Liberation Serif" panose="02020603050405020304" pitchFamily="18" charset="0"/>
                <a:ea typeface="+mn-ea"/>
              </a:rPr>
              <a:t>to</a:t>
            </a:r>
            <a:r>
              <a:rPr kumimoji="0" lang="de-DE" sz="2600" b="0" i="0" u="none" strike="noStrike" kern="1200" cap="none" spc="0" normalizeH="0" baseline="0" noProof="0" dirty="0">
                <a:ln>
                  <a:noFill/>
                </a:ln>
                <a:solidFill>
                  <a:srgbClr val="000000"/>
                </a:solidFill>
                <a:effectLst/>
                <a:uLnTx/>
                <a:uFillTx/>
                <a:latin typeface="Liberation Serif" panose="02020603050405020304" pitchFamily="18" charset="0"/>
                <a:ea typeface="+mn-ea"/>
              </a:rPr>
              <a:t> </a:t>
            </a:r>
            <a:r>
              <a:rPr kumimoji="0" lang="de-DE" sz="2600" b="1" i="0" u="none" strike="noStrike" kern="1200" cap="none" spc="0" normalizeH="0" baseline="0" noProof="0" dirty="0">
                <a:ln>
                  <a:noFill/>
                </a:ln>
                <a:solidFill>
                  <a:srgbClr val="000000"/>
                </a:solidFill>
                <a:effectLst/>
                <a:uLnTx/>
                <a:uFillTx/>
                <a:latin typeface="Liberation Serif" panose="02020603050405020304" pitchFamily="18" charset="0"/>
                <a:ea typeface="+mn-ea"/>
              </a:rPr>
              <a:t>wooclap.com/de </a:t>
            </a:r>
            <a:r>
              <a:rPr kumimoji="0" lang="en-US" sz="2600" b="0" i="0" u="none" strike="noStrike" kern="1200" cap="none" spc="0" normalizeH="0" baseline="0" noProof="0" dirty="0">
                <a:ln>
                  <a:noFill/>
                </a:ln>
                <a:solidFill>
                  <a:srgbClr val="000000"/>
                </a:solidFill>
                <a:effectLst/>
                <a:uLnTx/>
                <a:uFillTx/>
                <a:latin typeface="Liberation Serif" panose="02020603050405020304" pitchFamily="18" charset="0"/>
                <a:ea typeface="+mn-ea"/>
              </a:rPr>
              <a:t>and enter the code </a:t>
            </a:r>
            <a:br>
              <a:rPr kumimoji="0" lang="en-US" sz="2600" b="0" i="0" u="none" strike="noStrike" kern="1200" cap="none" spc="0" normalizeH="0" baseline="0" noProof="0" dirty="0">
                <a:ln>
                  <a:noFill/>
                </a:ln>
                <a:solidFill>
                  <a:srgbClr val="000000"/>
                </a:solidFill>
                <a:effectLst/>
                <a:uLnTx/>
                <a:uFillTx/>
                <a:latin typeface="Liberation Serif" panose="02020603050405020304" pitchFamily="18" charset="0"/>
                <a:ea typeface="+mn-ea"/>
              </a:rPr>
            </a:br>
            <a:r>
              <a:rPr kumimoji="0" lang="en-US" sz="2600" b="0" i="0" u="none" strike="noStrike" kern="1200" cap="none" spc="0" normalizeH="0" baseline="0" noProof="0" dirty="0">
                <a:ln>
                  <a:noFill/>
                </a:ln>
                <a:solidFill>
                  <a:srgbClr val="000000"/>
                </a:solidFill>
                <a:effectLst/>
                <a:uLnTx/>
                <a:uFillTx/>
                <a:latin typeface="Liberation Serif" panose="02020603050405020304" pitchFamily="18" charset="0"/>
                <a:ea typeface="+mn-ea"/>
              </a:rPr>
              <a:t>that will be shared with you shortly.</a:t>
            </a:r>
            <a:br>
              <a:rPr kumimoji="0" lang="de-DE" sz="2600" b="0" i="0" u="none" strike="noStrike" kern="1200" cap="none" spc="0" normalizeH="0" baseline="0" noProof="0" dirty="0">
                <a:ln>
                  <a:noFill/>
                </a:ln>
                <a:solidFill>
                  <a:srgbClr val="000000"/>
                </a:solidFill>
                <a:effectLst/>
                <a:uLnTx/>
                <a:uFillTx/>
                <a:latin typeface="Liberation Serif" panose="02020603050405020304" pitchFamily="18" charset="0"/>
                <a:ea typeface="+mn-ea"/>
              </a:rPr>
            </a:br>
            <a:r>
              <a:rPr kumimoji="0" lang="de-DE" sz="2600" b="0" i="0" u="none" strike="noStrike" kern="1200" cap="none" spc="0" normalizeH="0" baseline="0" noProof="0" dirty="0">
                <a:ln>
                  <a:noFill/>
                </a:ln>
                <a:solidFill>
                  <a:srgbClr val="000000"/>
                </a:solidFill>
                <a:effectLst/>
                <a:uLnTx/>
                <a:uFillTx/>
                <a:latin typeface="Liberation Serif" panose="02020603050405020304" pitchFamily="18" charset="0"/>
                <a:ea typeface="+mn-ea"/>
              </a:rPr>
              <a:t>						</a:t>
            </a:r>
            <a:br>
              <a:rPr kumimoji="0" lang="de-DE" sz="2600" b="0" i="0" u="none" strike="noStrike" kern="1200" cap="none" spc="0" normalizeH="0" baseline="0" noProof="0" dirty="0">
                <a:ln>
                  <a:noFill/>
                </a:ln>
                <a:solidFill>
                  <a:srgbClr val="000000"/>
                </a:solidFill>
                <a:effectLst/>
                <a:uLnTx/>
                <a:uFillTx/>
                <a:latin typeface="Liberation Serif" panose="02020603050405020304" pitchFamily="18" charset="0"/>
                <a:ea typeface="+mn-ea"/>
              </a:rPr>
            </a:br>
            <a:r>
              <a:rPr kumimoji="0" lang="de-DE" sz="2600" b="0" i="0" u="none" strike="noStrike" kern="1200" cap="none" spc="0" normalizeH="0" baseline="0" noProof="0" dirty="0">
                <a:ln>
                  <a:noFill/>
                </a:ln>
                <a:solidFill>
                  <a:srgbClr val="000000"/>
                </a:solidFill>
                <a:effectLst/>
                <a:uLnTx/>
                <a:uFillTx/>
                <a:latin typeface="Liberation Serif" panose="02020603050405020304" pitchFamily="18" charset="0"/>
                <a:ea typeface="+mn-ea"/>
              </a:rPr>
              <a:t>							</a:t>
            </a:r>
          </a:p>
        </p:txBody>
      </p:sp>
      <p:pic>
        <p:nvPicPr>
          <p:cNvPr id="9" name="Picture 2">
            <a:extLst>
              <a:ext uri="{FF2B5EF4-FFF2-40B4-BE49-F238E27FC236}">
                <a16:creationId xmlns:a16="http://schemas.microsoft.com/office/drawing/2014/main" id="{1E5056D0-F453-4081-9C9E-C23ED58F61B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11084308" y="6216870"/>
            <a:ext cx="517652" cy="517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 name="Grafik 9">
            <a:extLst>
              <a:ext uri="{FF2B5EF4-FFF2-40B4-BE49-F238E27FC236}">
                <a16:creationId xmlns:a16="http://schemas.microsoft.com/office/drawing/2014/main" id="{C81E541E-468E-4A68-9E28-FAD354E181C8}"/>
              </a:ext>
            </a:extLst>
          </p:cNvPr>
          <p:cNvPicPr>
            <a:picLocks noChangeAspect="1"/>
          </p:cNvPicPr>
          <p:nvPr/>
        </p:nvPicPr>
        <p:blipFill>
          <a:blip r:embed="rId4"/>
          <a:stretch>
            <a:fillRect/>
          </a:stretch>
        </p:blipFill>
        <p:spPr>
          <a:xfrm>
            <a:off x="10292297" y="6168287"/>
            <a:ext cx="610328" cy="626204"/>
          </a:xfrm>
          <a:prstGeom prst="rect">
            <a:avLst/>
          </a:prstGeom>
        </p:spPr>
      </p:pic>
      <p:pic>
        <p:nvPicPr>
          <p:cNvPr id="11" name="Grafik 10">
            <a:extLst>
              <a:ext uri="{FF2B5EF4-FFF2-40B4-BE49-F238E27FC236}">
                <a16:creationId xmlns:a16="http://schemas.microsoft.com/office/drawing/2014/main" id="{010A563B-1252-4CB3-AEBE-515688D68C2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902625" y="153118"/>
            <a:ext cx="1020035" cy="1022585"/>
          </a:xfrm>
          <a:prstGeom prst="rect">
            <a:avLst/>
          </a:prstGeom>
        </p:spPr>
      </p:pic>
      <p:pic>
        <p:nvPicPr>
          <p:cNvPr id="12" name="Picture 2" descr="Erstellen Sie interaktive Präsentationen mit Wooclap">
            <a:extLst>
              <a:ext uri="{FF2B5EF4-FFF2-40B4-BE49-F238E27FC236}">
                <a16:creationId xmlns:a16="http://schemas.microsoft.com/office/drawing/2014/main" id="{7DF98318-BA97-47ED-B8EB-4942F05761E2}"/>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r="5403"/>
          <a:stretch/>
        </p:blipFill>
        <p:spPr bwMode="auto">
          <a:xfrm>
            <a:off x="1605733" y="4793186"/>
            <a:ext cx="3227316" cy="1777142"/>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descr="Cours : WOOCLAP">
            <a:extLst>
              <a:ext uri="{FF2B5EF4-FFF2-40B4-BE49-F238E27FC236}">
                <a16:creationId xmlns:a16="http://schemas.microsoft.com/office/drawing/2014/main" id="{B28D7D59-2EC0-45C1-A427-60328B30BF9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13028" y="4485260"/>
            <a:ext cx="2504661" cy="746180"/>
          </a:xfrm>
          <a:prstGeom prst="rect">
            <a:avLst/>
          </a:prstGeom>
          <a:noFill/>
          <a:extLst>
            <a:ext uri="{909E8E84-426E-40DD-AFC4-6F175D3DCCD1}">
              <a14:hiddenFill xmlns:a14="http://schemas.microsoft.com/office/drawing/2010/main">
                <a:solidFill>
                  <a:srgbClr val="FFFFFF"/>
                </a:solidFill>
              </a14:hiddenFill>
            </a:ext>
          </a:extLst>
        </p:spPr>
      </p:pic>
      <p:sp>
        <p:nvSpPr>
          <p:cNvPr id="14" name="Textfeld 13">
            <a:extLst>
              <a:ext uri="{FF2B5EF4-FFF2-40B4-BE49-F238E27FC236}">
                <a16:creationId xmlns:a16="http://schemas.microsoft.com/office/drawing/2014/main" id="{18CA0658-EEE0-425C-9208-426FB452BC53}"/>
              </a:ext>
            </a:extLst>
          </p:cNvPr>
          <p:cNvSpPr txBox="1"/>
          <p:nvPr/>
        </p:nvSpPr>
        <p:spPr>
          <a:xfrm>
            <a:off x="533936" y="6378130"/>
            <a:ext cx="9894586" cy="338554"/>
          </a:xfrm>
          <a:prstGeom prst="rect">
            <a:avLst/>
          </a:prstGeom>
          <a:noFill/>
        </p:spPr>
        <p:txBody>
          <a:bodyPr wrap="square">
            <a:spAutoFit/>
          </a:bodyPr>
          <a:lstStyle/>
          <a:p>
            <a:pPr marL="0" marR="0" indent="0">
              <a:buNone/>
            </a:pPr>
            <a:r>
              <a:rPr lang="en-US" sz="800" b="0" i="0" dirty="0">
                <a:effectLst/>
                <a:latin typeface="Segoe UI" panose="020B0502040204020203" pitchFamily="34" charset="0"/>
              </a:rPr>
              <a:t>This material was developed as part of the Happy Kit project.</a:t>
            </a:r>
            <a:br>
              <a:rPr lang="en-US" sz="800" b="0" i="0" dirty="0">
                <a:effectLst/>
                <a:latin typeface="Segoe UI" panose="020B0502040204020203" pitchFamily="34" charset="0"/>
              </a:rPr>
            </a:br>
            <a:r>
              <a:rPr lang="en-US" sz="800" b="0" i="0" dirty="0">
                <a:effectLst/>
                <a:latin typeface="Segoe UI" panose="020B0502040204020203" pitchFamily="34" charset="0"/>
              </a:rPr>
              <a:t>The project was funded from October 2024 to October 2026 through internal quality improvement funds for academic programs and teaching at Ruhr West University of Applied Sciences.</a:t>
            </a:r>
            <a:endParaRPr lang="de-DE" sz="800" b="0" i="0" dirty="0">
              <a:effectLst/>
              <a:latin typeface="Segoe UI" panose="020B0502040204020203" pitchFamily="34" charset="0"/>
            </a:endParaRPr>
          </a:p>
        </p:txBody>
      </p:sp>
    </p:spTree>
    <p:extLst>
      <p:ext uri="{BB962C8B-B14F-4D97-AF65-F5344CB8AC3E}">
        <p14:creationId xmlns:p14="http://schemas.microsoft.com/office/powerpoint/2010/main" val="36363546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277ABF4A-BA07-4BF5-8A4B-5A35F94D84E0}"/>
              </a:ext>
            </a:extLst>
          </p:cNvPr>
          <p:cNvSpPr>
            <a:spLocks noGrp="1"/>
          </p:cNvSpPr>
          <p:nvPr>
            <p:ph type="title"/>
          </p:nvPr>
        </p:nvSpPr>
        <p:spPr/>
        <p:txBody>
          <a:bodyPr/>
          <a:lstStyle/>
          <a:p>
            <a:r>
              <a:rPr lang="de-DE" sz="4000" dirty="0" err="1"/>
              <a:t>Three</a:t>
            </a:r>
            <a:r>
              <a:rPr lang="de-DE" sz="4000" dirty="0"/>
              <a:t> </a:t>
            </a:r>
            <a:r>
              <a:rPr lang="de-DE" sz="4000" dirty="0" err="1"/>
              <a:t>Good</a:t>
            </a:r>
            <a:r>
              <a:rPr lang="de-DE" sz="4000" dirty="0"/>
              <a:t> Things</a:t>
            </a:r>
          </a:p>
        </p:txBody>
      </p:sp>
      <p:pic>
        <p:nvPicPr>
          <p:cNvPr id="9" name="Picture 2">
            <a:extLst>
              <a:ext uri="{FF2B5EF4-FFF2-40B4-BE49-F238E27FC236}">
                <a16:creationId xmlns:a16="http://schemas.microsoft.com/office/drawing/2014/main" id="{1E5056D0-F453-4081-9C9E-C23ED58F61B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11084308" y="6216870"/>
            <a:ext cx="517652" cy="517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 name="Grafik 9">
            <a:extLst>
              <a:ext uri="{FF2B5EF4-FFF2-40B4-BE49-F238E27FC236}">
                <a16:creationId xmlns:a16="http://schemas.microsoft.com/office/drawing/2014/main" id="{C81E541E-468E-4A68-9E28-FAD354E181C8}"/>
              </a:ext>
            </a:extLst>
          </p:cNvPr>
          <p:cNvPicPr>
            <a:picLocks noChangeAspect="1"/>
          </p:cNvPicPr>
          <p:nvPr/>
        </p:nvPicPr>
        <p:blipFill>
          <a:blip r:embed="rId4"/>
          <a:stretch>
            <a:fillRect/>
          </a:stretch>
        </p:blipFill>
        <p:spPr>
          <a:xfrm>
            <a:off x="10292297" y="6168287"/>
            <a:ext cx="610328" cy="626204"/>
          </a:xfrm>
          <a:prstGeom prst="rect">
            <a:avLst/>
          </a:prstGeom>
        </p:spPr>
      </p:pic>
      <p:sp>
        <p:nvSpPr>
          <p:cNvPr id="12" name="Inhaltsplatzhalter 1">
            <a:extLst>
              <a:ext uri="{FF2B5EF4-FFF2-40B4-BE49-F238E27FC236}">
                <a16:creationId xmlns:a16="http://schemas.microsoft.com/office/drawing/2014/main" id="{8CACFC6F-0FDD-44A2-A2C5-BA4358D2F7F8}"/>
              </a:ext>
            </a:extLst>
          </p:cNvPr>
          <p:cNvSpPr>
            <a:spLocks noGrp="1"/>
          </p:cNvSpPr>
          <p:nvPr>
            <p:ph idx="1"/>
          </p:nvPr>
        </p:nvSpPr>
        <p:spPr>
          <a:xfrm>
            <a:off x="623888" y="1674295"/>
            <a:ext cx="10434639" cy="3314700"/>
          </a:xfrm>
        </p:spPr>
        <p:txBody>
          <a:bodyPr/>
          <a:lstStyle/>
          <a:p>
            <a:pPr>
              <a:lnSpc>
                <a:spcPct val="114000"/>
              </a:lnSpc>
            </a:pPr>
            <a:r>
              <a:rPr lang="de-DE" sz="3000" dirty="0" err="1"/>
              <a:t>Your</a:t>
            </a:r>
            <a:r>
              <a:rPr lang="de-DE" sz="3000" dirty="0"/>
              <a:t> </a:t>
            </a:r>
            <a:r>
              <a:rPr lang="de-DE" sz="3000" dirty="0" err="1"/>
              <a:t>answers</a:t>
            </a:r>
            <a:r>
              <a:rPr lang="de-DE" sz="3000" dirty="0"/>
              <a:t> on </a:t>
            </a:r>
            <a:r>
              <a:rPr lang="de-DE" sz="3000" dirty="0" err="1"/>
              <a:t>Wooclap</a:t>
            </a:r>
            <a:r>
              <a:rPr lang="de-DE" sz="3000" dirty="0"/>
              <a:t>:</a:t>
            </a:r>
            <a:endParaRPr lang="de-DE" b="0" dirty="0"/>
          </a:p>
        </p:txBody>
      </p:sp>
      <p:pic>
        <p:nvPicPr>
          <p:cNvPr id="8" name="Grafik 7">
            <a:extLst>
              <a:ext uri="{FF2B5EF4-FFF2-40B4-BE49-F238E27FC236}">
                <a16:creationId xmlns:a16="http://schemas.microsoft.com/office/drawing/2014/main" id="{83BFB0F7-9C91-41A4-848B-76E5084740D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902625" y="153118"/>
            <a:ext cx="1020035" cy="1022585"/>
          </a:xfrm>
          <a:prstGeom prst="rect">
            <a:avLst/>
          </a:prstGeom>
        </p:spPr>
      </p:pic>
      <p:sp>
        <p:nvSpPr>
          <p:cNvPr id="7" name="Textfeld 6">
            <a:extLst>
              <a:ext uri="{FF2B5EF4-FFF2-40B4-BE49-F238E27FC236}">
                <a16:creationId xmlns:a16="http://schemas.microsoft.com/office/drawing/2014/main" id="{8C77A728-6C96-4969-81FA-AB35479CA115}"/>
              </a:ext>
            </a:extLst>
          </p:cNvPr>
          <p:cNvSpPr txBox="1"/>
          <p:nvPr/>
        </p:nvSpPr>
        <p:spPr>
          <a:xfrm>
            <a:off x="533936" y="6378130"/>
            <a:ext cx="9894586" cy="338554"/>
          </a:xfrm>
          <a:prstGeom prst="rect">
            <a:avLst/>
          </a:prstGeom>
          <a:noFill/>
        </p:spPr>
        <p:txBody>
          <a:bodyPr wrap="square">
            <a:spAutoFit/>
          </a:bodyPr>
          <a:lstStyle/>
          <a:p>
            <a:pPr marL="0" marR="0" indent="0">
              <a:buNone/>
            </a:pPr>
            <a:r>
              <a:rPr lang="en-US" sz="800" b="0" i="0" dirty="0">
                <a:effectLst/>
                <a:latin typeface="Segoe UI" panose="020B0502040204020203" pitchFamily="34" charset="0"/>
              </a:rPr>
              <a:t>This material was developed as part of the Happy Kit project.</a:t>
            </a:r>
            <a:br>
              <a:rPr lang="en-US" sz="800" b="0" i="0" dirty="0">
                <a:effectLst/>
                <a:latin typeface="Segoe UI" panose="020B0502040204020203" pitchFamily="34" charset="0"/>
              </a:rPr>
            </a:br>
            <a:r>
              <a:rPr lang="en-US" sz="800" b="0" i="0" dirty="0">
                <a:effectLst/>
                <a:latin typeface="Segoe UI" panose="020B0502040204020203" pitchFamily="34" charset="0"/>
              </a:rPr>
              <a:t>The project was funded from October 2024 to October 2026 through internal quality improvement funds for academic programs and teaching at Ruhr West University of Applied Sciences.</a:t>
            </a:r>
            <a:endParaRPr lang="de-DE" sz="800" b="0" i="0" dirty="0">
              <a:effectLst/>
              <a:latin typeface="Segoe UI" panose="020B0502040204020203" pitchFamily="34" charset="0"/>
            </a:endParaRPr>
          </a:p>
        </p:txBody>
      </p:sp>
    </p:spTree>
    <p:extLst>
      <p:ext uri="{BB962C8B-B14F-4D97-AF65-F5344CB8AC3E}">
        <p14:creationId xmlns:p14="http://schemas.microsoft.com/office/powerpoint/2010/main" val="3978148342"/>
      </p:ext>
    </p:extLst>
  </p:cSld>
  <p:clrMapOvr>
    <a:masterClrMapping/>
  </p:clrMapOvr>
</p:sld>
</file>

<file path=ppt/theme/theme1.xml><?xml version="1.0" encoding="utf-8"?>
<a:theme xmlns:a="http://schemas.openxmlformats.org/drawingml/2006/main" name="1_Office">
  <a:themeElements>
    <a:clrScheme name="Benutzerdefiniert 1">
      <a:dk1>
        <a:srgbClr val="000000"/>
      </a:dk1>
      <a:lt1>
        <a:srgbClr val="FFFFFF"/>
      </a:lt1>
      <a:dk2>
        <a:srgbClr val="00A2D9"/>
      </a:dk2>
      <a:lt2>
        <a:srgbClr val="EEECE1"/>
      </a:lt2>
      <a:accent1>
        <a:srgbClr val="00A3DA"/>
      </a:accent1>
      <a:accent2>
        <a:srgbClr val="006B8E"/>
      </a:accent2>
      <a:accent3>
        <a:srgbClr val="4C4D4C"/>
      </a:accent3>
      <a:accent4>
        <a:srgbClr val="767776"/>
      </a:accent4>
      <a:accent5>
        <a:srgbClr val="767776"/>
      </a:accent5>
      <a:accent6>
        <a:srgbClr val="00AFDD"/>
      </a:accent6>
      <a:hlink>
        <a:srgbClr val="006B8E"/>
      </a:hlink>
      <a:folHlink>
        <a:srgbClr val="00516D"/>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2019-06-06_HRW Powerpoint Master" id="{04377A4D-9DE6-EE41-8781-0E189CB9E1B1}" vid="{5CFA870C-B1ED-834E-B24B-41185ED9A9A9}"/>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326</Words>
  <Application>Microsoft Office PowerPoint</Application>
  <PresentationFormat>Breitbild</PresentationFormat>
  <Paragraphs>13</Paragraphs>
  <Slides>2</Slides>
  <Notes>2</Notes>
  <HiddenSlides>0</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2</vt:i4>
      </vt:variant>
    </vt:vector>
  </HeadingPairs>
  <TitlesOfParts>
    <vt:vector size="7" baseType="lpstr">
      <vt:lpstr>Arial</vt:lpstr>
      <vt:lpstr>Calibri</vt:lpstr>
      <vt:lpstr>Liberation Serif</vt:lpstr>
      <vt:lpstr>Segoe UI</vt:lpstr>
      <vt:lpstr>1_Office</vt:lpstr>
      <vt:lpstr>Three Good Things</vt:lpstr>
      <vt:lpstr>Three Good Things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Positive Takeaway</dc:title>
  <dc:creator>Graf, Maike</dc:creator>
  <cp:lastModifiedBy>Graf, Maike</cp:lastModifiedBy>
  <cp:revision>14</cp:revision>
  <dcterms:created xsi:type="dcterms:W3CDTF">2025-04-03T10:23:37Z</dcterms:created>
  <dcterms:modified xsi:type="dcterms:W3CDTF">2026-08-27T08:52:27Z</dcterms:modified>
</cp:coreProperties>
</file>