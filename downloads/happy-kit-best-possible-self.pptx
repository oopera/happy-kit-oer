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368" r:id="rId2"/>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78052" autoAdjust="0"/>
  </p:normalViewPr>
  <p:slideViewPr>
    <p:cSldViewPr snapToGrid="0">
      <p:cViewPr>
        <p:scale>
          <a:sx n="50" d="100"/>
          <a:sy n="50" d="100"/>
        </p:scale>
        <p:origin x="1284" y="3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C158BA-E91D-407B-ACB7-59D63F67D087}" type="datetimeFigureOut">
              <a:rPr lang="de-DE" smtClean="0"/>
              <a:t>02.09.2026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AF92C9-B6FC-4C59-9B54-8192BC6798B5}" type="slidenum">
              <a:rPr lang="de-DE" smtClean="0"/>
              <a:t>‹Nr.›</a:t>
            </a:fld>
            <a:endParaRPr lang="de-DE"/>
          </a:p>
        </p:txBody>
      </p:sp>
    </p:spTree>
    <p:extLst>
      <p:ext uri="{BB962C8B-B14F-4D97-AF65-F5344CB8AC3E}">
        <p14:creationId xmlns:p14="http://schemas.microsoft.com/office/powerpoint/2010/main" val="38426622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buFont typeface="Arial" panose="020B0604020202020204" pitchFamily="34" charset="0"/>
              <a:buNone/>
            </a:pPr>
            <a:r>
              <a:rPr lang="de-DE" sz="1800" dirty="0">
                <a:effectLst/>
                <a:latin typeface="Calibri" panose="020F0502020204030204" pitchFamily="34" charset="0"/>
                <a:ea typeface="Calibri" panose="020F0502020204030204" pitchFamily="34" charset="0"/>
                <a:cs typeface="Times New Roman" panose="02020603050405020304" pitchFamily="18" charset="0"/>
              </a:rPr>
              <a:t>„Ich möchte mit Ihnen ein weiteres Tool aus dem Happy Kit durchführen, heute handelt es sich um die Übung „Best Possible </a:t>
            </a:r>
            <a:r>
              <a:rPr lang="de-DE" sz="1800" dirty="0" err="1">
                <a:effectLst/>
                <a:latin typeface="Calibri" panose="020F0502020204030204" pitchFamily="34" charset="0"/>
                <a:ea typeface="Calibri" panose="020F0502020204030204" pitchFamily="34" charset="0"/>
                <a:cs typeface="Times New Roman" panose="02020603050405020304" pitchFamily="18" charset="0"/>
              </a:rPr>
              <a:t>Self</a:t>
            </a:r>
            <a:r>
              <a:rPr lang="de-DE" sz="1800" dirty="0">
                <a:effectLst/>
                <a:latin typeface="Calibri" panose="020F0502020204030204" pitchFamily="34" charset="0"/>
                <a:ea typeface="Calibri" panose="020F0502020204030204" pitchFamily="34" charset="0"/>
                <a:cs typeface="Times New Roman" panose="02020603050405020304" pitchFamily="18" charset="0"/>
              </a:rPr>
              <a:t>“, die ca. 15 Minuten in Anspruch nehmen wird. Es handelt sich um eine Reflexionsaufgabe, die Sie individuell für sich durchführen und die mit niemandem geteilt werden muss.</a:t>
            </a:r>
          </a:p>
          <a:p>
            <a:pPr>
              <a:buFont typeface="Arial" panose="020B0604020202020204" pitchFamily="34" charset="0"/>
              <a:buNone/>
            </a:pPr>
            <a:r>
              <a:rPr lang="de-DE" sz="1800" dirty="0">
                <a:effectLst/>
                <a:latin typeface="Calibri" panose="020F0502020204030204" pitchFamily="34" charset="0"/>
                <a:ea typeface="Calibri" panose="020F0502020204030204" pitchFamily="34" charset="0"/>
                <a:cs typeface="Times New Roman" panose="02020603050405020304" pitchFamily="18" charset="0"/>
              </a:rPr>
              <a:t>Die Übung teilt sich in drei Teile auf: </a:t>
            </a:r>
          </a:p>
          <a:p>
            <a:pPr>
              <a:buFont typeface="Arial" panose="020B0604020202020204" pitchFamily="34" charset="0"/>
              <a:buNone/>
            </a:pPr>
            <a:r>
              <a:rPr lang="de-DE" sz="1800" dirty="0">
                <a:effectLst/>
                <a:latin typeface="Calibri" panose="020F0502020204030204" pitchFamily="34" charset="0"/>
                <a:ea typeface="Calibri" panose="020F0502020204030204" pitchFamily="34" charset="0"/>
                <a:cs typeface="Times New Roman" panose="02020603050405020304" pitchFamily="18" charset="0"/>
              </a:rPr>
              <a:t>Im ersten Teil kreieren Sie eine positive Zukunftsvision für sich und stellen sich vor, wie am Ende des Studiums alles ideal verlaufen ist. Dazu können Sie die Impulsfragen im Reflexionsportfolio nutzen. Grob gesagt: Überlegen Sie sich, wie Sie sind, was Sie geschafft haben, welche Kompetenzen/welches Wissen Sie erlangt haben, wenn ihr Studium ideal verläuft, und danach, wie Ihre ideale berufliche Zukunft aussieht.</a:t>
            </a:r>
          </a:p>
          <a:p>
            <a:pPr>
              <a:buFont typeface="Arial" panose="020B0604020202020204" pitchFamily="34" charset="0"/>
              <a:buNone/>
            </a:pPr>
            <a:r>
              <a:rPr lang="de-DE" sz="1800" dirty="0">
                <a:effectLst/>
                <a:latin typeface="Calibri" panose="020F0502020204030204" pitchFamily="34" charset="0"/>
                <a:ea typeface="Calibri" panose="020F0502020204030204" pitchFamily="34" charset="0"/>
                <a:cs typeface="Times New Roman" panose="02020603050405020304" pitchFamily="18" charset="0"/>
              </a:rPr>
              <a:t>Im zweiten Teil überlegen Sie, wie die Inhalte dieser Veranstaltung dazu beitragen, dass Sie Ihre ideale Zukunftsvision erreichen oder wie die Veranstaltungsinhalte in Ihrer Zukunftsvision Anwendung finden. Was benötigen Sie, um Ihre ideale Zukunftsvision zu erreichen? Welche Inhalte sind besonders relevant für Sie?</a:t>
            </a:r>
          </a:p>
          <a:p>
            <a:pPr>
              <a:buFont typeface="Arial" panose="020B0604020202020204" pitchFamily="34" charset="0"/>
              <a:buNone/>
            </a:pPr>
            <a:r>
              <a:rPr lang="de-DE" sz="1800" dirty="0">
                <a:effectLst/>
                <a:latin typeface="Calibri" panose="020F0502020204030204" pitchFamily="34" charset="0"/>
                <a:ea typeface="Calibri" panose="020F0502020204030204" pitchFamily="34" charset="0"/>
                <a:cs typeface="Times New Roman" panose="02020603050405020304" pitchFamily="18" charset="0"/>
              </a:rPr>
              <a:t>Im dritten Teil formulieren Sie konkrete Schritte in Bezug auf Ihre Zukunftsvision und wie Sie dieser näherkommen können. Auf welche Veranstaltungsinhalte wollen Sie sich besonders konzentrieren? Wie wollen Sie das Semester über lernen, um am Ende die gewünschten Kompetenzen zu erreichen?</a:t>
            </a:r>
          </a:p>
          <a:p>
            <a:pPr>
              <a:buFont typeface="Arial" panose="020B0604020202020204" pitchFamily="34" charset="0"/>
              <a:buNone/>
            </a:pPr>
            <a:endParaRPr lang="de-DE" sz="1800" dirty="0">
              <a:effectLst/>
              <a:latin typeface="Calibri" panose="020F0502020204030204" pitchFamily="34" charset="0"/>
              <a:ea typeface="Calibri" panose="020F0502020204030204" pitchFamily="34" charset="0"/>
              <a:cs typeface="Times New Roman" panose="02020603050405020304" pitchFamily="18" charset="0"/>
            </a:endParaRPr>
          </a:p>
          <a:p>
            <a:pPr>
              <a:buFont typeface="Arial" panose="020B0604020202020204" pitchFamily="34" charset="0"/>
              <a:buNone/>
            </a:pPr>
            <a:r>
              <a:rPr lang="de-DE" sz="1800" dirty="0">
                <a:effectLst/>
                <a:latin typeface="Calibri" panose="020F0502020204030204" pitchFamily="34" charset="0"/>
                <a:ea typeface="Calibri" panose="020F0502020204030204" pitchFamily="34" charset="0"/>
                <a:cs typeface="Times New Roman" panose="02020603050405020304" pitchFamily="18" charset="0"/>
              </a:rPr>
              <a:t>Sie finden nun in unserem </a:t>
            </a:r>
            <a:r>
              <a:rPr lang="de-DE" sz="1800" dirty="0" err="1">
                <a:effectLst/>
                <a:latin typeface="Calibri" panose="020F0502020204030204" pitchFamily="34" charset="0"/>
                <a:ea typeface="Calibri" panose="020F0502020204030204" pitchFamily="34" charset="0"/>
                <a:cs typeface="Times New Roman" panose="02020603050405020304" pitchFamily="18" charset="0"/>
              </a:rPr>
              <a:t>Moodle</a:t>
            </a:r>
            <a:r>
              <a:rPr lang="de-DE" sz="1800" dirty="0">
                <a:effectLst/>
                <a:latin typeface="Calibri" panose="020F0502020204030204" pitchFamily="34" charset="0"/>
                <a:ea typeface="Calibri" panose="020F0502020204030204" pitchFamily="34" charset="0"/>
                <a:cs typeface="Times New Roman" panose="02020603050405020304" pitchFamily="18" charset="0"/>
              </a:rPr>
              <a:t>-Kurs das Reflexionsportfolio, das Sie sich herunterladen und dann ausfüllen können. Viel Spaß!“</a:t>
            </a:r>
          </a:p>
        </p:txBody>
      </p:sp>
      <p:sp>
        <p:nvSpPr>
          <p:cNvPr id="4" name="Foliennummernplatzhalter 3"/>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5D67AAC5-E19D-4C4F-A62D-4E8DD51B8C68}" type="slidenum">
              <a:rPr kumimoji="0" lang="de-DE" sz="1000" b="0" i="0" u="none" strike="noStrike" kern="1200" cap="none" spc="0" normalizeH="0" baseline="0" noProof="0" smtClean="0">
                <a:ln>
                  <a:noFill/>
                </a:ln>
                <a:solidFill>
                  <a:prstClr val="black"/>
                </a:solidFill>
                <a:effectLst/>
                <a:uLnTx/>
                <a:uFillTx/>
                <a:latin typeface="Liberation Serif" panose="02020603050405020304" pitchFamily="18"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1</a:t>
            </a:fld>
            <a:endParaRPr kumimoji="0" lang="de-DE" sz="1000" b="0" i="0" u="none" strike="noStrike" kern="1200" cap="none" spc="0" normalizeH="0" baseline="0" noProof="0">
              <a:ln>
                <a:noFill/>
              </a:ln>
              <a:solidFill>
                <a:prstClr val="black"/>
              </a:solidFill>
              <a:effectLst/>
              <a:uLnTx/>
              <a:uFillTx/>
              <a:latin typeface="Liberation Serif" panose="02020603050405020304" pitchFamily="18" charset="0"/>
              <a:ea typeface="+mn-ea"/>
              <a:cs typeface="+mn-cs"/>
            </a:endParaRPr>
          </a:p>
        </p:txBody>
      </p:sp>
    </p:spTree>
    <p:extLst>
      <p:ext uri="{BB962C8B-B14F-4D97-AF65-F5344CB8AC3E}">
        <p14:creationId xmlns:p14="http://schemas.microsoft.com/office/powerpoint/2010/main" val="15133296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emf"/><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bg>
      <p:bgPr>
        <a:solidFill>
          <a:schemeClr val="bg1"/>
        </a:solidFill>
        <a:effectLst/>
      </p:bgPr>
    </p:bg>
    <p:spTree>
      <p:nvGrpSpPr>
        <p:cNvPr id="1" name=""/>
        <p:cNvGrpSpPr/>
        <p:nvPr/>
      </p:nvGrpSpPr>
      <p:grpSpPr>
        <a:xfrm>
          <a:off x="0" y="0"/>
          <a:ext cx="0" cy="0"/>
          <a:chOff x="0" y="0"/>
          <a:chExt cx="0" cy="0"/>
        </a:xfrm>
      </p:grpSpPr>
      <p:sp>
        <p:nvSpPr>
          <p:cNvPr id="15" name="Rechteck 14">
            <a:extLst>
              <a:ext uri="{FF2B5EF4-FFF2-40B4-BE49-F238E27FC236}">
                <a16:creationId xmlns:a16="http://schemas.microsoft.com/office/drawing/2014/main" id="{2F209691-7882-4238-801F-B63FAA938076}"/>
              </a:ext>
            </a:extLst>
          </p:cNvPr>
          <p:cNvSpPr/>
          <p:nvPr userDrawn="1"/>
        </p:nvSpPr>
        <p:spPr>
          <a:xfrm>
            <a:off x="0" y="1172225"/>
            <a:ext cx="12192000" cy="46894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dirty="0"/>
          </a:p>
        </p:txBody>
      </p:sp>
      <p:pic>
        <p:nvPicPr>
          <p:cNvPr id="16" name="HRW_Logo_transparent.png">
            <a:extLst>
              <a:ext uri="{FF2B5EF4-FFF2-40B4-BE49-F238E27FC236}">
                <a16:creationId xmlns:a16="http://schemas.microsoft.com/office/drawing/2014/main" id="{251BAA7E-DF9D-401E-A509-46C3FA0949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97504" y="-5965"/>
            <a:ext cx="2592288" cy="1150806"/>
          </a:xfrm>
          <a:prstGeom prst="rect">
            <a:avLst/>
          </a:prstGeom>
        </p:spPr>
      </p:pic>
      <p:pic>
        <p:nvPicPr>
          <p:cNvPr id="17" name="Bild 2">
            <a:extLst>
              <a:ext uri="{FF2B5EF4-FFF2-40B4-BE49-F238E27FC236}">
                <a16:creationId xmlns:a16="http://schemas.microsoft.com/office/drawing/2014/main" id="{F6FF9EDF-5F71-4DEB-974B-C8BF78CAB9FA}"/>
              </a:ext>
            </a:extLst>
          </p:cNvPr>
          <p:cNvPicPr>
            <a:picLocks noChangeAspect="1"/>
          </p:cNvPicPr>
          <p:nvPr userDrawn="1"/>
        </p:nvPicPr>
        <p:blipFill>
          <a:blip r:embed="rId3"/>
          <a:stretch>
            <a:fillRect/>
          </a:stretch>
        </p:blipFill>
        <p:spPr>
          <a:xfrm>
            <a:off x="9552384" y="-27384"/>
            <a:ext cx="2015208" cy="318982"/>
          </a:xfrm>
          <a:prstGeom prst="rect">
            <a:avLst/>
          </a:prstGeom>
        </p:spPr>
      </p:pic>
      <p:sp>
        <p:nvSpPr>
          <p:cNvPr id="18" name="Titel 1">
            <a:extLst>
              <a:ext uri="{FF2B5EF4-FFF2-40B4-BE49-F238E27FC236}">
                <a16:creationId xmlns:a16="http://schemas.microsoft.com/office/drawing/2014/main" id="{4D750284-B646-407C-B6B0-35BD96F7D486}"/>
              </a:ext>
            </a:extLst>
          </p:cNvPr>
          <p:cNvSpPr>
            <a:spLocks noGrp="1"/>
          </p:cNvSpPr>
          <p:nvPr>
            <p:ph type="ctrTitle" hasCustomPrompt="1"/>
          </p:nvPr>
        </p:nvSpPr>
        <p:spPr>
          <a:xfrm>
            <a:off x="623392" y="1412777"/>
            <a:ext cx="10944721" cy="612692"/>
          </a:xfrm>
          <a:prstGeom prst="rect">
            <a:avLst/>
          </a:prstGeom>
        </p:spPr>
        <p:txBody>
          <a:bodyPr vert="horz" lIns="0" tIns="0" rIns="0" bIns="0" anchor="t" anchorCtr="0">
            <a:noAutofit/>
          </a:bodyPr>
          <a:lstStyle>
            <a:lvl1pPr>
              <a:defRPr sz="4000">
                <a:solidFill>
                  <a:schemeClr val="bg1"/>
                </a:solidFill>
                <a:latin typeface="Liberation Serif" pitchFamily="18" charset="0"/>
              </a:defRPr>
            </a:lvl1pPr>
          </a:lstStyle>
          <a:p>
            <a:r>
              <a:rPr lang="de-DE" dirty="0"/>
              <a:t>Titelmasterformat durch Klicken bearbeiten</a:t>
            </a:r>
          </a:p>
        </p:txBody>
      </p:sp>
      <p:sp>
        <p:nvSpPr>
          <p:cNvPr id="20" name="Untertitel 2">
            <a:extLst>
              <a:ext uri="{FF2B5EF4-FFF2-40B4-BE49-F238E27FC236}">
                <a16:creationId xmlns:a16="http://schemas.microsoft.com/office/drawing/2014/main" id="{643E9BF6-7747-4652-AD2E-2DECF8D0135C}"/>
              </a:ext>
            </a:extLst>
          </p:cNvPr>
          <p:cNvSpPr>
            <a:spLocks noGrp="1"/>
          </p:cNvSpPr>
          <p:nvPr>
            <p:ph type="subTitle" idx="1" hasCustomPrompt="1"/>
          </p:nvPr>
        </p:nvSpPr>
        <p:spPr>
          <a:xfrm>
            <a:off x="623393" y="2099447"/>
            <a:ext cx="10944200" cy="538498"/>
          </a:xfrm>
          <a:prstGeom prst="rect">
            <a:avLst/>
          </a:prstGeom>
        </p:spPr>
        <p:txBody>
          <a:bodyPr>
            <a:noAutofit/>
          </a:bodyPr>
          <a:lstStyle>
            <a:lvl1pPr marL="0" indent="0" algn="l">
              <a:buNone/>
              <a:defRPr sz="2800">
                <a:solidFill>
                  <a:schemeClr val="bg1"/>
                </a:solidFill>
                <a:latin typeface="Liberation Serif" pitchFamily="18" charset="0"/>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de-DE" dirty="0"/>
              <a:t>Formatvorlage des Untertitelmasters durch Klicken bearbeiten</a:t>
            </a:r>
          </a:p>
        </p:txBody>
      </p:sp>
      <p:sp>
        <p:nvSpPr>
          <p:cNvPr id="21" name="Inhaltsplatzhalter 18">
            <a:extLst>
              <a:ext uri="{FF2B5EF4-FFF2-40B4-BE49-F238E27FC236}">
                <a16:creationId xmlns:a16="http://schemas.microsoft.com/office/drawing/2014/main" id="{0AFA74AB-D6FF-41EA-A6B1-3CA8CABE7881}"/>
              </a:ext>
            </a:extLst>
          </p:cNvPr>
          <p:cNvSpPr>
            <a:spLocks noGrp="1"/>
          </p:cNvSpPr>
          <p:nvPr>
            <p:ph sz="quarter" idx="11" hasCustomPrompt="1"/>
          </p:nvPr>
        </p:nvSpPr>
        <p:spPr>
          <a:xfrm>
            <a:off x="6737702" y="6102708"/>
            <a:ext cx="4838179" cy="476250"/>
          </a:xfrm>
          <a:prstGeom prst="rect">
            <a:avLst/>
          </a:prstGeom>
        </p:spPr>
        <p:txBody>
          <a:bodyPr lIns="0" rIns="0"/>
          <a:lstStyle>
            <a:lvl1pPr algn="r">
              <a:defRPr sz="2800">
                <a:solidFill>
                  <a:schemeClr val="tx2"/>
                </a:solidFill>
              </a:defRPr>
            </a:lvl1pPr>
          </a:lstStyle>
          <a:p>
            <a:pPr lvl="0"/>
            <a:r>
              <a:rPr lang="de-DE" dirty="0"/>
              <a:t>Fachbereich, Institut o.ä.</a:t>
            </a:r>
          </a:p>
        </p:txBody>
      </p:sp>
      <p:pic>
        <p:nvPicPr>
          <p:cNvPr id="22" name="Grafik 21">
            <a:extLst>
              <a:ext uri="{FF2B5EF4-FFF2-40B4-BE49-F238E27FC236}">
                <a16:creationId xmlns:a16="http://schemas.microsoft.com/office/drawing/2014/main" id="{A1FD8DD9-AF25-4C65-ADCD-63CDAF5EF26C}"/>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77345" y="5949280"/>
            <a:ext cx="2378295" cy="783106"/>
          </a:xfrm>
          <a:prstGeom prst="rect">
            <a:avLst/>
          </a:prstGeom>
        </p:spPr>
      </p:pic>
    </p:spTree>
    <p:extLst>
      <p:ext uri="{BB962C8B-B14F-4D97-AF65-F5344CB8AC3E}">
        <p14:creationId xmlns:p14="http://schemas.microsoft.com/office/powerpoint/2010/main" val="2559271179"/>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7" name="Textplatzhalter 2">
            <a:extLst>
              <a:ext uri="{FF2B5EF4-FFF2-40B4-BE49-F238E27FC236}">
                <a16:creationId xmlns:a16="http://schemas.microsoft.com/office/drawing/2014/main" id="{506B2031-0944-472D-9758-0DCDA86D1772}"/>
              </a:ext>
            </a:extLst>
          </p:cNvPr>
          <p:cNvSpPr>
            <a:spLocks noGrp="1"/>
          </p:cNvSpPr>
          <p:nvPr>
            <p:ph idx="1" hasCustomPrompt="1"/>
          </p:nvPr>
        </p:nvSpPr>
        <p:spPr bwMode="auto">
          <a:xfrm>
            <a:off x="623886" y="1685924"/>
            <a:ext cx="10943704" cy="4181553"/>
          </a:xfrm>
          <a:prstGeom prst="rect">
            <a:avLst/>
          </a:prstGeom>
          <a:noFill/>
          <a:ln w="9525">
            <a:noFill/>
            <a:miter lim="800000"/>
            <a:headEnd/>
            <a:tailEnd/>
          </a:ln>
        </p:spPr>
        <p:txBody>
          <a:bodyPr vert="horz" wrap="square" lIns="0" tIns="45711" rIns="91420" bIns="45711" numCol="1" anchor="t" anchorCtr="0" compatLnSpc="1">
            <a:prstTxWarp prst="textNoShape">
              <a:avLst/>
            </a:prstTxWarp>
            <a:noAutofit/>
          </a:bodyPr>
          <a:lstStyle>
            <a:lvl1pPr marL="0" indent="0" algn="l">
              <a:buNone/>
              <a:tabLst>
                <a:tab pos="322498" algn="l"/>
                <a:tab pos="657954" algn="l"/>
                <a:tab pos="977572" algn="l"/>
                <a:tab pos="1301509" algn="l"/>
                <a:tab pos="1621128" algn="l"/>
                <a:tab pos="1959463" algn="l"/>
                <a:tab pos="2601579" algn="l"/>
                <a:tab pos="3259532" algn="l"/>
                <a:tab pos="3903088" algn="l"/>
                <a:tab pos="4561041" algn="l"/>
              </a:tabLst>
              <a:defRPr sz="2400" b="1">
                <a:solidFill>
                  <a:schemeClr val="tx1"/>
                </a:solidFill>
                <a:latin typeface="Liberation Serif" panose="02020603050405020304" pitchFamily="18" charset="0"/>
                <a:cs typeface="Liberation Serif" panose="02020603050405020304" pitchFamily="18" charset="0"/>
              </a:defRPr>
            </a:lvl1pPr>
            <a:lvl2pPr marL="0" indent="0" algn="l">
              <a:buNone/>
              <a:tabLst>
                <a:tab pos="322498" algn="l"/>
                <a:tab pos="646436" algn="l"/>
                <a:tab pos="977572" algn="l"/>
                <a:tab pos="1304389" algn="l"/>
                <a:tab pos="1621128" algn="l"/>
                <a:tab pos="1955144" algn="l"/>
                <a:tab pos="2601579" algn="l"/>
                <a:tab pos="3259532" algn="l"/>
                <a:tab pos="3903088" algn="l"/>
                <a:tab pos="4561041" algn="l"/>
              </a:tabLst>
              <a:defRPr sz="2400">
                <a:solidFill>
                  <a:schemeClr val="tx1"/>
                </a:solidFill>
                <a:latin typeface="Liberation Serif" panose="02020603050405020304" pitchFamily="18" charset="0"/>
                <a:cs typeface="Liberation Serif" panose="02020603050405020304" pitchFamily="18" charset="0"/>
              </a:defRPr>
            </a:lvl2pPr>
            <a:lvl3pPr marL="0" indent="0" algn="l" defTabSz="407442">
              <a:buNone/>
              <a:tabLst>
                <a:tab pos="322498" algn="l"/>
                <a:tab pos="646436" algn="l"/>
                <a:tab pos="977572" algn="l"/>
                <a:tab pos="1304389" algn="l"/>
                <a:tab pos="1621128" algn="l"/>
                <a:tab pos="1950825" algn="l"/>
                <a:tab pos="2601579" algn="l"/>
                <a:tab pos="3259532" algn="l"/>
                <a:tab pos="3903088" algn="l"/>
                <a:tab pos="4561041" algn="l"/>
              </a:tabLst>
              <a:defRPr sz="2400">
                <a:solidFill>
                  <a:schemeClr val="tx1"/>
                </a:solidFill>
                <a:latin typeface="Liberation Serif" panose="02020603050405020304" pitchFamily="18" charset="0"/>
                <a:cs typeface="Liberation Serif" panose="02020603050405020304" pitchFamily="18" charset="0"/>
              </a:defRPr>
            </a:lvl3pPr>
            <a:lvl4pPr marL="322498" indent="-322498" algn="l">
              <a:buFont typeface="+mj-lt"/>
              <a:buNone/>
              <a:tabLst>
                <a:tab pos="646436" algn="l"/>
                <a:tab pos="977572" algn="l"/>
                <a:tab pos="1304389" algn="l"/>
                <a:tab pos="1621128" algn="l"/>
                <a:tab pos="1950825" algn="l"/>
                <a:tab pos="2601579" algn="l"/>
                <a:tab pos="3259532" algn="l"/>
                <a:tab pos="3903088" algn="l"/>
                <a:tab pos="4561041" algn="l"/>
              </a:tabLst>
              <a:defRPr sz="2400">
                <a:solidFill>
                  <a:schemeClr val="tx1"/>
                </a:solidFill>
                <a:latin typeface="Liberation Serif" panose="02020603050405020304" pitchFamily="18" charset="0"/>
                <a:cs typeface="Liberation Serif" panose="02020603050405020304" pitchFamily="18" charset="0"/>
              </a:defRPr>
            </a:lvl4pPr>
            <a:lvl5pPr marL="322498" indent="-322498" algn="l">
              <a:buFont typeface="Arial" pitchFamily="34" charset="0"/>
              <a:buChar char="•"/>
              <a:tabLst>
                <a:tab pos="656514" algn="l"/>
                <a:tab pos="977572" algn="l"/>
                <a:tab pos="1304389" algn="l"/>
                <a:tab pos="1621128" algn="l"/>
                <a:tab pos="1955144" algn="l"/>
                <a:tab pos="2601579" algn="l"/>
                <a:tab pos="3259532" algn="l"/>
                <a:tab pos="3903088" algn="l"/>
                <a:tab pos="4561041" algn="l"/>
              </a:tabLst>
              <a:defRPr sz="2400">
                <a:solidFill>
                  <a:schemeClr val="tx1"/>
                </a:solidFill>
                <a:latin typeface="Liberation Serif" panose="02020603050405020304" pitchFamily="18" charset="0"/>
                <a:cs typeface="Liberation Serif" panose="02020603050405020304" pitchFamily="18" charset="0"/>
              </a:defRPr>
            </a:lvl5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9" name="Titelplatzhalter 1">
            <a:extLst>
              <a:ext uri="{FF2B5EF4-FFF2-40B4-BE49-F238E27FC236}">
                <a16:creationId xmlns:a16="http://schemas.microsoft.com/office/drawing/2014/main" id="{38CB67B9-68E6-4B38-8C0A-390C5C83192D}"/>
              </a:ext>
            </a:extLst>
          </p:cNvPr>
          <p:cNvSpPr>
            <a:spLocks noGrp="1"/>
          </p:cNvSpPr>
          <p:nvPr>
            <p:ph type="title"/>
          </p:nvPr>
        </p:nvSpPr>
        <p:spPr bwMode="auto">
          <a:xfrm>
            <a:off x="623888" y="489404"/>
            <a:ext cx="10943704" cy="776810"/>
          </a:xfrm>
          <a:prstGeom prst="rect">
            <a:avLst/>
          </a:prstGeom>
          <a:noFill/>
          <a:ln w="9525">
            <a:noFill/>
            <a:miter lim="800000"/>
            <a:headEnd/>
            <a:tailEnd/>
          </a:ln>
        </p:spPr>
        <p:txBody>
          <a:bodyPr vert="horz" wrap="square" lIns="0" tIns="45711" rIns="91420" bIns="45711" numCol="1" anchor="ctr" anchorCtr="0" compatLnSpc="1">
            <a:prstTxWarp prst="textNoShape">
              <a:avLst/>
            </a:prstTxWarp>
            <a:noAutofit/>
          </a:bodyPr>
          <a:lstStyle>
            <a:lvl1pPr marL="657954" indent="-657954" algn="l">
              <a:defRPr sz="3600" b="1">
                <a:solidFill>
                  <a:srgbClr val="00B0F0"/>
                </a:solidFill>
                <a:latin typeface="Liberation Serif" panose="02020603050405020304" pitchFamily="18" charset="0"/>
                <a:cs typeface="Liberation Serif" panose="02020603050405020304" pitchFamily="18" charset="0"/>
              </a:defRPr>
            </a:lvl1pPr>
          </a:lstStyle>
          <a:p>
            <a:pPr lvl="0"/>
            <a:endParaRPr lang="de-DE" dirty="0"/>
          </a:p>
        </p:txBody>
      </p:sp>
      <p:sp>
        <p:nvSpPr>
          <p:cNvPr id="8" name="Textfeld 7">
            <a:extLst>
              <a:ext uri="{FF2B5EF4-FFF2-40B4-BE49-F238E27FC236}">
                <a16:creationId xmlns:a16="http://schemas.microsoft.com/office/drawing/2014/main" id="{AD61DBF0-A9A3-4214-AACB-BFA17C8796B6}"/>
              </a:ext>
            </a:extLst>
          </p:cNvPr>
          <p:cNvSpPr txBox="1"/>
          <p:nvPr userDrawn="1"/>
        </p:nvSpPr>
        <p:spPr>
          <a:xfrm>
            <a:off x="10494069" y="6349346"/>
            <a:ext cx="646047" cy="307777"/>
          </a:xfrm>
          <a:prstGeom prst="rect">
            <a:avLst/>
          </a:prstGeom>
          <a:noFill/>
        </p:spPr>
        <p:txBody>
          <a:bodyPr wrap="square" rtlCol="0">
            <a:spAutoFit/>
          </a:bodyPr>
          <a:lstStyle/>
          <a:p>
            <a:pPr algn="r"/>
            <a:fld id="{3679B97E-2F6E-4600-A1D4-CAD9FE23913C}" type="slidenum">
              <a:rPr lang="de-DE" sz="1400" smtClean="0">
                <a:latin typeface="Liberation Serif" panose="02020603050405020304" pitchFamily="18" charset="0"/>
              </a:rPr>
              <a:pPr algn="r"/>
              <a:t>‹Nr.›</a:t>
            </a:fld>
            <a:endParaRPr lang="de-DE" sz="1400" dirty="0">
              <a:latin typeface="Liberation Serif" panose="02020603050405020304" pitchFamily="18" charset="0"/>
            </a:endParaRPr>
          </a:p>
        </p:txBody>
      </p:sp>
    </p:spTree>
    <p:extLst>
      <p:ext uri="{BB962C8B-B14F-4D97-AF65-F5344CB8AC3E}">
        <p14:creationId xmlns:p14="http://schemas.microsoft.com/office/powerpoint/2010/main" val="451009359"/>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el und Inhalt">
    <p:spTree>
      <p:nvGrpSpPr>
        <p:cNvPr id="1" name=""/>
        <p:cNvGrpSpPr/>
        <p:nvPr/>
      </p:nvGrpSpPr>
      <p:grpSpPr>
        <a:xfrm>
          <a:off x="0" y="0"/>
          <a:ext cx="0" cy="0"/>
          <a:chOff x="0" y="0"/>
          <a:chExt cx="0" cy="0"/>
        </a:xfrm>
      </p:grpSpPr>
      <p:pic>
        <p:nvPicPr>
          <p:cNvPr id="11" name="Picture 2">
            <a:extLst>
              <a:ext uri="{FF2B5EF4-FFF2-40B4-BE49-F238E27FC236}">
                <a16:creationId xmlns:a16="http://schemas.microsoft.com/office/drawing/2014/main" id="{54C57E92-D1F3-45D1-9948-450440153DEF}"/>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11140116" y="6009914"/>
            <a:ext cx="517652" cy="517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feld 4">
            <a:extLst>
              <a:ext uri="{FF2B5EF4-FFF2-40B4-BE49-F238E27FC236}">
                <a16:creationId xmlns:a16="http://schemas.microsoft.com/office/drawing/2014/main" id="{487D9650-9A7A-4B37-8FFC-2B4B6FD27DC6}"/>
              </a:ext>
            </a:extLst>
          </p:cNvPr>
          <p:cNvSpPr txBox="1"/>
          <p:nvPr userDrawn="1"/>
        </p:nvSpPr>
        <p:spPr>
          <a:xfrm>
            <a:off x="10494069" y="6140394"/>
            <a:ext cx="646047" cy="307777"/>
          </a:xfrm>
          <a:prstGeom prst="rect">
            <a:avLst/>
          </a:prstGeom>
          <a:noFill/>
        </p:spPr>
        <p:txBody>
          <a:bodyPr wrap="square" rtlCol="0">
            <a:spAutoFit/>
          </a:bodyPr>
          <a:lstStyle/>
          <a:p>
            <a:pPr algn="r"/>
            <a:fld id="{3679B97E-2F6E-4600-A1D4-CAD9FE23913C}" type="slidenum">
              <a:rPr lang="de-DE" sz="1400" smtClean="0">
                <a:latin typeface="Liberation Serif" panose="02020603050405020304" pitchFamily="18" charset="0"/>
              </a:rPr>
              <a:pPr algn="r"/>
              <a:t>‹Nr.›</a:t>
            </a:fld>
            <a:endParaRPr lang="de-DE" sz="1400" dirty="0">
              <a:latin typeface="Liberation Serif" panose="02020603050405020304" pitchFamily="18" charset="0"/>
            </a:endParaRPr>
          </a:p>
        </p:txBody>
      </p:sp>
      <p:sp>
        <p:nvSpPr>
          <p:cNvPr id="6" name="Textplatzhalter 2">
            <a:extLst>
              <a:ext uri="{FF2B5EF4-FFF2-40B4-BE49-F238E27FC236}">
                <a16:creationId xmlns:a16="http://schemas.microsoft.com/office/drawing/2014/main" id="{1D2B3BB5-5D99-4B39-B9A1-92A21DA09056}"/>
              </a:ext>
            </a:extLst>
          </p:cNvPr>
          <p:cNvSpPr>
            <a:spLocks noGrp="1"/>
          </p:cNvSpPr>
          <p:nvPr>
            <p:ph idx="1" hasCustomPrompt="1"/>
          </p:nvPr>
        </p:nvSpPr>
        <p:spPr bwMode="auto">
          <a:xfrm>
            <a:off x="623886" y="1268760"/>
            <a:ext cx="10943704" cy="4598718"/>
          </a:xfrm>
          <a:prstGeom prst="rect">
            <a:avLst/>
          </a:prstGeom>
          <a:noFill/>
          <a:ln w="9525">
            <a:noFill/>
            <a:miter lim="800000"/>
            <a:headEnd/>
            <a:tailEnd/>
          </a:ln>
        </p:spPr>
        <p:txBody>
          <a:bodyPr vert="horz" wrap="square" lIns="0" tIns="45711" rIns="91420" bIns="45711" numCol="1" anchor="t" anchorCtr="0" compatLnSpc="1">
            <a:prstTxWarp prst="textNoShape">
              <a:avLst/>
            </a:prstTxWarp>
            <a:noAutofit/>
          </a:bodyPr>
          <a:lstStyle>
            <a:lvl1pPr marL="0" indent="0" algn="l">
              <a:buNone/>
              <a:tabLst>
                <a:tab pos="322498" algn="l"/>
                <a:tab pos="657954" algn="l"/>
                <a:tab pos="977572" algn="l"/>
                <a:tab pos="1301509" algn="l"/>
                <a:tab pos="1621128" algn="l"/>
                <a:tab pos="1959463" algn="l"/>
                <a:tab pos="2601579" algn="l"/>
                <a:tab pos="3259532" algn="l"/>
                <a:tab pos="3903088" algn="l"/>
                <a:tab pos="4561041" algn="l"/>
              </a:tabLst>
              <a:defRPr sz="1400" b="1">
                <a:solidFill>
                  <a:schemeClr val="tx1"/>
                </a:solidFill>
                <a:latin typeface="Liberation Serif" panose="02020603050405020304" pitchFamily="18" charset="0"/>
                <a:cs typeface="Liberation Serif" panose="02020603050405020304" pitchFamily="18" charset="0"/>
              </a:defRPr>
            </a:lvl1pPr>
            <a:lvl2pPr marL="0" indent="0" algn="l">
              <a:buNone/>
              <a:tabLst>
                <a:tab pos="322498" algn="l"/>
                <a:tab pos="646436" algn="l"/>
                <a:tab pos="977572" algn="l"/>
                <a:tab pos="1304389" algn="l"/>
                <a:tab pos="1621128" algn="l"/>
                <a:tab pos="1955144"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2pPr>
            <a:lvl3pPr marL="0" indent="0" algn="l" defTabSz="407442">
              <a:buNone/>
              <a:tabLst>
                <a:tab pos="322498" algn="l"/>
                <a:tab pos="646436" algn="l"/>
                <a:tab pos="977572" algn="l"/>
                <a:tab pos="1304389" algn="l"/>
                <a:tab pos="1621128" algn="l"/>
                <a:tab pos="1950825"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3pPr>
            <a:lvl4pPr marL="322498" indent="-322498" algn="l">
              <a:buFont typeface="+mj-lt"/>
              <a:buNone/>
              <a:tabLst>
                <a:tab pos="646436" algn="l"/>
                <a:tab pos="977572" algn="l"/>
                <a:tab pos="1304389" algn="l"/>
                <a:tab pos="1621128" algn="l"/>
                <a:tab pos="1950825"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4pPr>
            <a:lvl5pPr marL="322498" indent="-322498" algn="l">
              <a:buFont typeface="Arial" pitchFamily="34" charset="0"/>
              <a:buChar char="•"/>
              <a:tabLst>
                <a:tab pos="656514" algn="l"/>
                <a:tab pos="977572" algn="l"/>
                <a:tab pos="1304389" algn="l"/>
                <a:tab pos="1621128" algn="l"/>
                <a:tab pos="1955144"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5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Titelplatzhalter 1">
            <a:extLst>
              <a:ext uri="{FF2B5EF4-FFF2-40B4-BE49-F238E27FC236}">
                <a16:creationId xmlns:a16="http://schemas.microsoft.com/office/drawing/2014/main" id="{E2AD25A9-78B7-4D5C-B726-25F0ADE2C06B}"/>
              </a:ext>
            </a:extLst>
          </p:cNvPr>
          <p:cNvSpPr>
            <a:spLocks noGrp="1"/>
          </p:cNvSpPr>
          <p:nvPr>
            <p:ph type="title"/>
          </p:nvPr>
        </p:nvSpPr>
        <p:spPr bwMode="auto">
          <a:xfrm>
            <a:off x="623888" y="489404"/>
            <a:ext cx="10943704" cy="776810"/>
          </a:xfrm>
          <a:prstGeom prst="rect">
            <a:avLst/>
          </a:prstGeom>
          <a:noFill/>
          <a:ln w="9525">
            <a:noFill/>
            <a:miter lim="800000"/>
            <a:headEnd/>
            <a:tailEnd/>
          </a:ln>
        </p:spPr>
        <p:txBody>
          <a:bodyPr vert="horz" wrap="square" lIns="0" tIns="45711" rIns="91420" bIns="45711" numCol="1" anchor="ctr" anchorCtr="0" compatLnSpc="1">
            <a:prstTxWarp prst="textNoShape">
              <a:avLst/>
            </a:prstTxWarp>
            <a:noAutofit/>
          </a:bodyPr>
          <a:lstStyle>
            <a:lvl1pPr marL="657954" indent="-657954" algn="l">
              <a:defRPr sz="2800">
                <a:solidFill>
                  <a:srgbClr val="00B0F0"/>
                </a:solidFill>
                <a:latin typeface="Liberation Serif" panose="02020603050405020304" pitchFamily="18" charset="0"/>
                <a:cs typeface="Liberation Serif" panose="02020603050405020304" pitchFamily="18" charset="0"/>
              </a:defRPr>
            </a:lvl1pPr>
          </a:lstStyle>
          <a:p>
            <a:pPr lvl="0"/>
            <a:endParaRPr lang="de-DE" dirty="0"/>
          </a:p>
        </p:txBody>
      </p:sp>
    </p:spTree>
    <p:extLst>
      <p:ext uri="{BB962C8B-B14F-4D97-AF65-F5344CB8AC3E}">
        <p14:creationId xmlns:p14="http://schemas.microsoft.com/office/powerpoint/2010/main" val="3566966594"/>
      </p:ext>
    </p:extLst>
  </p:cSld>
  <p:clrMapOvr>
    <a:masterClrMapping/>
  </p:clrMapOvr>
  <p:extLst>
    <p:ext uri="{DCECCB84-F9BA-43D5-87BE-67443E8EF086}">
      <p15:sldGuideLst xmlns:p15="http://schemas.microsoft.com/office/powerpoint/2012/main">
        <p15:guide id="1" pos="393">
          <p15:clr>
            <a:srgbClr val="FBAE40"/>
          </p15:clr>
        </p15:guide>
        <p15:guide id="2" orient="horz" pos="300">
          <p15:clr>
            <a:srgbClr val="FBAE40"/>
          </p15:clr>
        </p15:guide>
        <p15:guide id="3" orient="horz" pos="70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el und Inhalt">
    <p:spTree>
      <p:nvGrpSpPr>
        <p:cNvPr id="1" name=""/>
        <p:cNvGrpSpPr/>
        <p:nvPr/>
      </p:nvGrpSpPr>
      <p:grpSpPr>
        <a:xfrm>
          <a:off x="0" y="0"/>
          <a:ext cx="0" cy="0"/>
          <a:chOff x="0" y="0"/>
          <a:chExt cx="0" cy="0"/>
        </a:xfrm>
      </p:grpSpPr>
      <p:sp>
        <p:nvSpPr>
          <p:cNvPr id="6" name="Textplatzhalter 2">
            <a:extLst>
              <a:ext uri="{FF2B5EF4-FFF2-40B4-BE49-F238E27FC236}">
                <a16:creationId xmlns:a16="http://schemas.microsoft.com/office/drawing/2014/main" id="{1D2B3BB5-5D99-4B39-B9A1-92A21DA09056}"/>
              </a:ext>
            </a:extLst>
          </p:cNvPr>
          <p:cNvSpPr>
            <a:spLocks noGrp="1"/>
          </p:cNvSpPr>
          <p:nvPr>
            <p:ph idx="1" hasCustomPrompt="1"/>
          </p:nvPr>
        </p:nvSpPr>
        <p:spPr bwMode="auto">
          <a:xfrm>
            <a:off x="623886" y="1268760"/>
            <a:ext cx="10943704" cy="4598718"/>
          </a:xfrm>
          <a:prstGeom prst="rect">
            <a:avLst/>
          </a:prstGeom>
          <a:noFill/>
          <a:ln w="9525">
            <a:noFill/>
            <a:miter lim="800000"/>
            <a:headEnd/>
            <a:tailEnd/>
          </a:ln>
        </p:spPr>
        <p:txBody>
          <a:bodyPr vert="horz" wrap="square" lIns="0" tIns="45711" rIns="91420" bIns="45711" numCol="1" anchor="t" anchorCtr="0" compatLnSpc="1">
            <a:prstTxWarp prst="textNoShape">
              <a:avLst/>
            </a:prstTxWarp>
            <a:noAutofit/>
          </a:bodyPr>
          <a:lstStyle>
            <a:lvl1pPr marL="0" indent="0" algn="l">
              <a:buNone/>
              <a:tabLst>
                <a:tab pos="322498" algn="l"/>
                <a:tab pos="657954" algn="l"/>
                <a:tab pos="977572" algn="l"/>
                <a:tab pos="1301509" algn="l"/>
                <a:tab pos="1621128" algn="l"/>
                <a:tab pos="1959463" algn="l"/>
                <a:tab pos="2601579" algn="l"/>
                <a:tab pos="3259532" algn="l"/>
                <a:tab pos="3903088" algn="l"/>
                <a:tab pos="4561041" algn="l"/>
              </a:tabLst>
              <a:defRPr sz="1400" b="1">
                <a:solidFill>
                  <a:schemeClr val="tx1"/>
                </a:solidFill>
                <a:latin typeface="Liberation Serif" panose="02020603050405020304" pitchFamily="18" charset="0"/>
                <a:cs typeface="Liberation Serif" panose="02020603050405020304" pitchFamily="18" charset="0"/>
              </a:defRPr>
            </a:lvl1pPr>
            <a:lvl2pPr marL="0" indent="0" algn="l">
              <a:buNone/>
              <a:tabLst>
                <a:tab pos="322498" algn="l"/>
                <a:tab pos="646436" algn="l"/>
                <a:tab pos="977572" algn="l"/>
                <a:tab pos="1304389" algn="l"/>
                <a:tab pos="1621128" algn="l"/>
                <a:tab pos="1955144"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2pPr>
            <a:lvl3pPr marL="0" indent="0" algn="l" defTabSz="407442">
              <a:buNone/>
              <a:tabLst>
                <a:tab pos="322498" algn="l"/>
                <a:tab pos="646436" algn="l"/>
                <a:tab pos="977572" algn="l"/>
                <a:tab pos="1304389" algn="l"/>
                <a:tab pos="1621128" algn="l"/>
                <a:tab pos="1950825"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3pPr>
            <a:lvl4pPr marL="322498" indent="-322498" algn="l">
              <a:buFont typeface="+mj-lt"/>
              <a:buNone/>
              <a:tabLst>
                <a:tab pos="646436" algn="l"/>
                <a:tab pos="977572" algn="l"/>
                <a:tab pos="1304389" algn="l"/>
                <a:tab pos="1621128" algn="l"/>
                <a:tab pos="1950825"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4pPr>
            <a:lvl5pPr marL="322498" indent="-322498" algn="l">
              <a:buFont typeface="Arial" pitchFamily="34" charset="0"/>
              <a:buChar char="•"/>
              <a:tabLst>
                <a:tab pos="656514" algn="l"/>
                <a:tab pos="977572" algn="l"/>
                <a:tab pos="1304389" algn="l"/>
                <a:tab pos="1621128" algn="l"/>
                <a:tab pos="1955144"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5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Titelplatzhalter 1">
            <a:extLst>
              <a:ext uri="{FF2B5EF4-FFF2-40B4-BE49-F238E27FC236}">
                <a16:creationId xmlns:a16="http://schemas.microsoft.com/office/drawing/2014/main" id="{E2AD25A9-78B7-4D5C-B726-25F0ADE2C06B}"/>
              </a:ext>
            </a:extLst>
          </p:cNvPr>
          <p:cNvSpPr>
            <a:spLocks noGrp="1"/>
          </p:cNvSpPr>
          <p:nvPr>
            <p:ph type="title"/>
          </p:nvPr>
        </p:nvSpPr>
        <p:spPr bwMode="auto">
          <a:xfrm>
            <a:off x="623888" y="489404"/>
            <a:ext cx="10943704" cy="776810"/>
          </a:xfrm>
          <a:prstGeom prst="rect">
            <a:avLst/>
          </a:prstGeom>
          <a:noFill/>
          <a:ln w="9525">
            <a:noFill/>
            <a:miter lim="800000"/>
            <a:headEnd/>
            <a:tailEnd/>
          </a:ln>
        </p:spPr>
        <p:txBody>
          <a:bodyPr vert="horz" wrap="square" lIns="0" tIns="45711" rIns="91420" bIns="45711" numCol="1" anchor="ctr" anchorCtr="0" compatLnSpc="1">
            <a:prstTxWarp prst="textNoShape">
              <a:avLst/>
            </a:prstTxWarp>
            <a:noAutofit/>
          </a:bodyPr>
          <a:lstStyle>
            <a:lvl1pPr marL="657954" indent="-657954" algn="l">
              <a:defRPr sz="2800">
                <a:solidFill>
                  <a:srgbClr val="00B0F0"/>
                </a:solidFill>
                <a:latin typeface="Liberation Serif" panose="02020603050405020304" pitchFamily="18" charset="0"/>
                <a:cs typeface="Liberation Serif" panose="02020603050405020304" pitchFamily="18" charset="0"/>
              </a:defRPr>
            </a:lvl1pPr>
          </a:lstStyle>
          <a:p>
            <a:pPr lvl="0"/>
            <a:endParaRPr lang="de-DE" dirty="0"/>
          </a:p>
        </p:txBody>
      </p:sp>
    </p:spTree>
    <p:extLst>
      <p:ext uri="{BB962C8B-B14F-4D97-AF65-F5344CB8AC3E}">
        <p14:creationId xmlns:p14="http://schemas.microsoft.com/office/powerpoint/2010/main" val="770161381"/>
      </p:ext>
    </p:extLst>
  </p:cSld>
  <p:clrMapOvr>
    <a:masterClrMapping/>
  </p:clrMapOvr>
  <p:extLst>
    <p:ext uri="{DCECCB84-F9BA-43D5-87BE-67443E8EF086}">
      <p15:sldGuideLst xmlns:p15="http://schemas.microsoft.com/office/powerpoint/2012/main">
        <p15:guide id="1" pos="393">
          <p15:clr>
            <a:srgbClr val="FBAE40"/>
          </p15:clr>
        </p15:guide>
        <p15:guide id="2" orient="horz" pos="300">
          <p15:clr>
            <a:srgbClr val="FBAE40"/>
          </p15:clr>
        </p15:guide>
        <p15:guide id="3" orient="horz" pos="70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bschluss">
    <p:bg>
      <p:bgPr>
        <a:solidFill>
          <a:schemeClr val="bg1"/>
        </a:solidFill>
        <a:effectLst/>
      </p:bgPr>
    </p:bg>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B911F3F6-CFAF-4712-99FF-0821A3CDF40F}"/>
              </a:ext>
            </a:extLst>
          </p:cNvPr>
          <p:cNvSpPr/>
          <p:nvPr userDrawn="1"/>
        </p:nvSpPr>
        <p:spPr>
          <a:xfrm>
            <a:off x="0" y="1150806"/>
            <a:ext cx="12192000" cy="46894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dirty="0"/>
          </a:p>
        </p:txBody>
      </p:sp>
      <p:sp>
        <p:nvSpPr>
          <p:cNvPr id="14" name="Titel 1">
            <a:extLst>
              <a:ext uri="{FF2B5EF4-FFF2-40B4-BE49-F238E27FC236}">
                <a16:creationId xmlns:a16="http://schemas.microsoft.com/office/drawing/2014/main" id="{F3AA6966-2C26-4F5B-A6D5-F8776664F8E6}"/>
              </a:ext>
            </a:extLst>
          </p:cNvPr>
          <p:cNvSpPr>
            <a:spLocks noGrp="1"/>
          </p:cNvSpPr>
          <p:nvPr>
            <p:ph type="ctrTitle" hasCustomPrompt="1"/>
          </p:nvPr>
        </p:nvSpPr>
        <p:spPr>
          <a:xfrm>
            <a:off x="622296" y="1412776"/>
            <a:ext cx="10945817" cy="1102519"/>
          </a:xfrm>
          <a:prstGeom prst="rect">
            <a:avLst/>
          </a:prstGeom>
        </p:spPr>
        <p:txBody>
          <a:bodyPr vert="horz" lIns="0" tIns="0" rIns="0" bIns="0" anchor="t" anchorCtr="0">
            <a:noAutofit/>
          </a:bodyPr>
          <a:lstStyle>
            <a:lvl1pPr>
              <a:defRPr sz="4000">
                <a:solidFill>
                  <a:schemeClr val="bg1"/>
                </a:solidFill>
                <a:latin typeface="Liberation Serif" pitchFamily="18" charset="0"/>
              </a:defRPr>
            </a:lvl1pPr>
          </a:lstStyle>
          <a:p>
            <a:r>
              <a:rPr lang="de-DE" dirty="0"/>
              <a:t>Abschlussmaster durch Klicken bearbeiten</a:t>
            </a:r>
          </a:p>
        </p:txBody>
      </p:sp>
      <p:pic>
        <p:nvPicPr>
          <p:cNvPr id="16" name="Bild 2">
            <a:extLst>
              <a:ext uri="{FF2B5EF4-FFF2-40B4-BE49-F238E27FC236}">
                <a16:creationId xmlns:a16="http://schemas.microsoft.com/office/drawing/2014/main" id="{F440AE9D-24A0-4E14-BEAA-A817DEA58C9B}"/>
              </a:ext>
            </a:extLst>
          </p:cNvPr>
          <p:cNvPicPr>
            <a:picLocks noChangeAspect="1"/>
          </p:cNvPicPr>
          <p:nvPr userDrawn="1"/>
        </p:nvPicPr>
        <p:blipFill>
          <a:blip r:embed="rId2"/>
          <a:stretch>
            <a:fillRect/>
          </a:stretch>
        </p:blipFill>
        <p:spPr>
          <a:xfrm>
            <a:off x="9552384" y="-27384"/>
            <a:ext cx="2015208" cy="318982"/>
          </a:xfrm>
          <a:prstGeom prst="rect">
            <a:avLst/>
          </a:prstGeom>
        </p:spPr>
      </p:pic>
      <p:pic>
        <p:nvPicPr>
          <p:cNvPr id="17" name="HRW_Logo_transparent.png">
            <a:extLst>
              <a:ext uri="{FF2B5EF4-FFF2-40B4-BE49-F238E27FC236}">
                <a16:creationId xmlns:a16="http://schemas.microsoft.com/office/drawing/2014/main" id="{977B5304-7624-44FB-8AE5-9CBDC59AB85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97504" y="-27384"/>
            <a:ext cx="2592288" cy="1150806"/>
          </a:xfrm>
          <a:prstGeom prst="rect">
            <a:avLst/>
          </a:prstGeom>
        </p:spPr>
      </p:pic>
      <p:pic>
        <p:nvPicPr>
          <p:cNvPr id="18" name="Grafik 17">
            <a:extLst>
              <a:ext uri="{FF2B5EF4-FFF2-40B4-BE49-F238E27FC236}">
                <a16:creationId xmlns:a16="http://schemas.microsoft.com/office/drawing/2014/main" id="{C25C95A8-926B-4BB4-83F9-CBBFE9E376C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77345" y="5949280"/>
            <a:ext cx="2378295" cy="783106"/>
          </a:xfrm>
          <a:prstGeom prst="rect">
            <a:avLst/>
          </a:prstGeom>
        </p:spPr>
      </p:pic>
      <p:sp>
        <p:nvSpPr>
          <p:cNvPr id="8" name="Inhaltsplatzhalter 18">
            <a:extLst>
              <a:ext uri="{FF2B5EF4-FFF2-40B4-BE49-F238E27FC236}">
                <a16:creationId xmlns:a16="http://schemas.microsoft.com/office/drawing/2014/main" id="{CE84D051-E07F-4D08-A817-41C9C28BFBB7}"/>
              </a:ext>
            </a:extLst>
          </p:cNvPr>
          <p:cNvSpPr>
            <a:spLocks noGrp="1"/>
          </p:cNvSpPr>
          <p:nvPr>
            <p:ph sz="quarter" idx="11" hasCustomPrompt="1"/>
          </p:nvPr>
        </p:nvSpPr>
        <p:spPr>
          <a:xfrm>
            <a:off x="6737702" y="6102708"/>
            <a:ext cx="4838179" cy="476250"/>
          </a:xfrm>
          <a:prstGeom prst="rect">
            <a:avLst/>
          </a:prstGeom>
        </p:spPr>
        <p:txBody>
          <a:bodyPr lIns="0" rIns="0"/>
          <a:lstStyle>
            <a:lvl1pPr algn="r">
              <a:defRPr sz="2800">
                <a:solidFill>
                  <a:schemeClr val="tx2"/>
                </a:solidFill>
              </a:defRPr>
            </a:lvl1pPr>
          </a:lstStyle>
          <a:p>
            <a:pPr lvl="0"/>
            <a:r>
              <a:rPr lang="de-DE" dirty="0"/>
              <a:t>Fachbereich, Institut o.ä.</a:t>
            </a:r>
          </a:p>
        </p:txBody>
      </p:sp>
    </p:spTree>
    <p:extLst>
      <p:ext uri="{BB962C8B-B14F-4D97-AF65-F5344CB8AC3E}">
        <p14:creationId xmlns:p14="http://schemas.microsoft.com/office/powerpoint/2010/main" val="793919839"/>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24659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lgn="l" defTabSz="914354" rtl="0" eaLnBrk="1" latinLnBrk="0" hangingPunct="1">
        <a:lnSpc>
          <a:spcPct val="90000"/>
        </a:lnSpc>
        <a:spcBef>
          <a:spcPct val="0"/>
        </a:spcBef>
        <a:buNone/>
        <a:defRPr sz="4400" kern="1200">
          <a:solidFill>
            <a:schemeClr val="tx1"/>
          </a:solidFill>
          <a:latin typeface="Liberation Serif" panose="02020603050405020304" pitchFamily="18" charset="0"/>
          <a:ea typeface="+mj-ea"/>
          <a:cs typeface="+mj-cs"/>
        </a:defRPr>
      </a:lvl1pPr>
    </p:titleStyle>
    <p:bodyStyle>
      <a:lvl1pPr marL="0" indent="0" algn="l" defTabSz="914354" rtl="0" eaLnBrk="1" latinLnBrk="0" hangingPunct="1">
        <a:lnSpc>
          <a:spcPct val="90000"/>
        </a:lnSpc>
        <a:spcBef>
          <a:spcPts val="1001"/>
        </a:spcBef>
        <a:buFont typeface="Arial" panose="020B0604020202020204" pitchFamily="34" charset="0"/>
        <a:buNone/>
        <a:defRPr sz="2800" kern="1200">
          <a:solidFill>
            <a:schemeClr val="tx1"/>
          </a:solidFill>
          <a:latin typeface="Liberation Serif" panose="02020603050405020304" pitchFamily="18" charset="0"/>
          <a:ea typeface="+mn-ea"/>
          <a:cs typeface="+mn-cs"/>
        </a:defRPr>
      </a:lvl1pPr>
      <a:lvl2pPr marL="685767" indent="-228589" algn="l" defTabSz="914354" rtl="0" eaLnBrk="1" latinLnBrk="0" hangingPunct="1">
        <a:lnSpc>
          <a:spcPct val="90000"/>
        </a:lnSpc>
        <a:spcBef>
          <a:spcPts val="500"/>
        </a:spcBef>
        <a:buFont typeface="Arial" panose="020B0604020202020204" pitchFamily="34" charset="0"/>
        <a:buChar char="•"/>
        <a:defRPr sz="2400" kern="1200">
          <a:solidFill>
            <a:schemeClr val="tx1"/>
          </a:solidFill>
          <a:latin typeface="Liberation Serif" panose="02020603050405020304" pitchFamily="18" charset="0"/>
          <a:ea typeface="+mn-ea"/>
          <a:cs typeface="+mn-cs"/>
        </a:defRPr>
      </a:lvl2pPr>
      <a:lvl3pPr marL="1142943" indent="-228589" algn="l" defTabSz="914354" rtl="0" eaLnBrk="1" latinLnBrk="0" hangingPunct="1">
        <a:lnSpc>
          <a:spcPct val="90000"/>
        </a:lnSpc>
        <a:spcBef>
          <a:spcPts val="500"/>
        </a:spcBef>
        <a:buFont typeface="Arial" panose="020B0604020202020204" pitchFamily="34" charset="0"/>
        <a:buChar char="•"/>
        <a:defRPr sz="2000" kern="1200">
          <a:solidFill>
            <a:schemeClr val="tx1"/>
          </a:solidFill>
          <a:latin typeface="Liberation Serif" panose="02020603050405020304" pitchFamily="18" charset="0"/>
          <a:ea typeface="+mn-ea"/>
          <a:cs typeface="+mn-cs"/>
        </a:defRPr>
      </a:lvl3pPr>
      <a:lvl4pPr marL="1600121"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Liberation Serif" panose="02020603050405020304" pitchFamily="18" charset="0"/>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Liberation Serif" panose="02020603050405020304" pitchFamily="18" charset="0"/>
          <a:ea typeface="+mn-ea"/>
          <a:cs typeface="+mn-cs"/>
        </a:defRPr>
      </a:lvl5pPr>
      <a:lvl6pPr marL="2514476"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007"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de-DE"/>
      </a:defPPr>
      <a:lvl1pPr marL="0" algn="l" defTabSz="914354" rtl="0" eaLnBrk="1" latinLnBrk="0" hangingPunct="1">
        <a:defRPr sz="1801" kern="1200">
          <a:solidFill>
            <a:schemeClr val="tx1"/>
          </a:solidFill>
          <a:latin typeface="+mn-lt"/>
          <a:ea typeface="+mn-ea"/>
          <a:cs typeface="+mn-cs"/>
        </a:defRPr>
      </a:lvl1pPr>
      <a:lvl2pPr marL="457177" algn="l" defTabSz="914354" rtl="0" eaLnBrk="1" latinLnBrk="0" hangingPunct="1">
        <a:defRPr sz="1801" kern="1200">
          <a:solidFill>
            <a:schemeClr val="tx1"/>
          </a:solidFill>
          <a:latin typeface="+mn-lt"/>
          <a:ea typeface="+mn-ea"/>
          <a:cs typeface="+mn-cs"/>
        </a:defRPr>
      </a:lvl2pPr>
      <a:lvl3pPr marL="914354" algn="l" defTabSz="914354" rtl="0" eaLnBrk="1" latinLnBrk="0" hangingPunct="1">
        <a:defRPr sz="1801" kern="1200">
          <a:solidFill>
            <a:schemeClr val="tx1"/>
          </a:solidFill>
          <a:latin typeface="+mn-lt"/>
          <a:ea typeface="+mn-ea"/>
          <a:cs typeface="+mn-cs"/>
        </a:defRPr>
      </a:lvl3pPr>
      <a:lvl4pPr marL="1371531" algn="l" defTabSz="914354" rtl="0" eaLnBrk="1" latinLnBrk="0" hangingPunct="1">
        <a:defRPr sz="1801" kern="1200">
          <a:solidFill>
            <a:schemeClr val="tx1"/>
          </a:solidFill>
          <a:latin typeface="+mn-lt"/>
          <a:ea typeface="+mn-ea"/>
          <a:cs typeface="+mn-cs"/>
        </a:defRPr>
      </a:lvl4pPr>
      <a:lvl5pPr marL="1828709" algn="l" defTabSz="914354" rtl="0" eaLnBrk="1" latinLnBrk="0" hangingPunct="1">
        <a:defRPr sz="1801" kern="1200">
          <a:solidFill>
            <a:schemeClr val="tx1"/>
          </a:solidFill>
          <a:latin typeface="+mn-lt"/>
          <a:ea typeface="+mn-ea"/>
          <a:cs typeface="+mn-cs"/>
        </a:defRPr>
      </a:lvl5pPr>
      <a:lvl6pPr marL="2285886" algn="l" defTabSz="914354" rtl="0" eaLnBrk="1" latinLnBrk="0" hangingPunct="1">
        <a:defRPr sz="1801" kern="1200">
          <a:solidFill>
            <a:schemeClr val="tx1"/>
          </a:solidFill>
          <a:latin typeface="+mn-lt"/>
          <a:ea typeface="+mn-ea"/>
          <a:cs typeface="+mn-cs"/>
        </a:defRPr>
      </a:lvl6pPr>
      <a:lvl7pPr marL="2743063" algn="l" defTabSz="914354" rtl="0" eaLnBrk="1" latinLnBrk="0" hangingPunct="1">
        <a:defRPr sz="1801" kern="1200">
          <a:solidFill>
            <a:schemeClr val="tx1"/>
          </a:solidFill>
          <a:latin typeface="+mn-lt"/>
          <a:ea typeface="+mn-ea"/>
          <a:cs typeface="+mn-cs"/>
        </a:defRPr>
      </a:lvl7pPr>
      <a:lvl8pPr marL="3200240" algn="l" defTabSz="914354" rtl="0" eaLnBrk="1" latinLnBrk="0" hangingPunct="1">
        <a:defRPr sz="1801" kern="1200">
          <a:solidFill>
            <a:schemeClr val="tx1"/>
          </a:solidFill>
          <a:latin typeface="+mn-lt"/>
          <a:ea typeface="+mn-ea"/>
          <a:cs typeface="+mn-cs"/>
        </a:defRPr>
      </a:lvl8pPr>
      <a:lvl9pPr marL="3657417" algn="l" defTabSz="914354" rtl="0" eaLnBrk="1" latinLnBrk="0" hangingPunct="1">
        <a:defRPr sz="1801"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287">
          <p15:clr>
            <a:srgbClr val="F26B43"/>
          </p15:clr>
        </p15:guide>
        <p15:guide id="5" orient="horz" pos="822">
          <p15:clr>
            <a:srgbClr val="F26B43"/>
          </p15:clr>
        </p15:guide>
        <p15:guide id="7" pos="393">
          <p15:clr>
            <a:srgbClr val="F26B43"/>
          </p15:clr>
        </p15:guide>
        <p15:guide id="8" orient="horz" pos="61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4CB56CD8-F62A-41D0-8FF3-D6A7754A58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02625" y="153118"/>
            <a:ext cx="1022400" cy="1022400"/>
          </a:xfrm>
          <a:prstGeom prst="rect">
            <a:avLst/>
          </a:prstGeom>
        </p:spPr>
      </p:pic>
      <p:sp>
        <p:nvSpPr>
          <p:cNvPr id="2" name="Inhaltsplatzhalter 1">
            <a:extLst>
              <a:ext uri="{FF2B5EF4-FFF2-40B4-BE49-F238E27FC236}">
                <a16:creationId xmlns:a16="http://schemas.microsoft.com/office/drawing/2014/main" id="{3E256E18-EC24-4500-BC3B-066D14936873}"/>
              </a:ext>
            </a:extLst>
          </p:cNvPr>
          <p:cNvSpPr>
            <a:spLocks noGrp="1"/>
          </p:cNvSpPr>
          <p:nvPr>
            <p:ph idx="1"/>
          </p:nvPr>
        </p:nvSpPr>
        <p:spPr>
          <a:xfrm>
            <a:off x="623888" y="1486405"/>
            <a:ext cx="10943704" cy="3314700"/>
          </a:xfrm>
        </p:spPr>
        <p:txBody>
          <a:bodyPr/>
          <a:lstStyle/>
          <a:p>
            <a:pPr>
              <a:lnSpc>
                <a:spcPct val="114000"/>
              </a:lnSpc>
            </a:pPr>
            <a:r>
              <a:rPr lang="de-DE" sz="3000" dirty="0"/>
              <a:t>Anleitung:</a:t>
            </a:r>
          </a:p>
          <a:p>
            <a:pPr marL="457200" indent="-457200">
              <a:lnSpc>
                <a:spcPct val="114000"/>
              </a:lnSpc>
              <a:buFont typeface="+mj-lt"/>
              <a:buAutoNum type="arabicPeriod"/>
            </a:pPr>
            <a:r>
              <a:rPr lang="de-DE" dirty="0"/>
              <a:t>Ideale Zukunftsvision </a:t>
            </a:r>
            <a:r>
              <a:rPr lang="de-DE" b="0" dirty="0"/>
              <a:t>(ca. 5 Minuten): Kreieren Sie eine positive Zukunftsvision, bei der am Ende des Studiums alles ideal verlaufen ist und Sie mit Ihrem idealen Job in die Arbeitswelt starten. Nutzen Sie dafür die Impulsfragen auf dem Reflexionsportfolio.</a:t>
            </a:r>
          </a:p>
          <a:p>
            <a:pPr marL="457200" indent="-457200">
              <a:lnSpc>
                <a:spcPct val="114000"/>
              </a:lnSpc>
              <a:buFont typeface="+mj-lt"/>
              <a:buAutoNum type="arabicPeriod"/>
            </a:pPr>
            <a:r>
              <a:rPr lang="de-DE" dirty="0"/>
              <a:t>Verknüpfung mit Veranstaltungsinhalten </a:t>
            </a:r>
            <a:r>
              <a:rPr lang="de-DE" b="0" dirty="0"/>
              <a:t>(ca. 5 Minuten): Notieren Sie danach, wie die Veranstaltungsinhalte zum Erreichen Ihrer Zukunftsvision beitragen bzw. in Ihrer idealen Zukunft Anwendung finden können.</a:t>
            </a:r>
          </a:p>
          <a:p>
            <a:pPr marL="457200" indent="-457200">
              <a:lnSpc>
                <a:spcPct val="114000"/>
              </a:lnSpc>
              <a:buFont typeface="+mj-lt"/>
              <a:buAutoNum type="arabicPeriod"/>
            </a:pPr>
            <a:r>
              <a:rPr lang="de-DE" dirty="0"/>
              <a:t>Konkrete Schritte </a:t>
            </a:r>
            <a:r>
              <a:rPr lang="de-DE" b="0" dirty="0"/>
              <a:t>(ca. 5 Minuten): Formulieren Sie konkrete Schritte, die Sie Ihrer idealen Zukunftsvision näherbringen, auch im Hinblick auf die </a:t>
            </a:r>
            <a:r>
              <a:rPr lang="de-DE" b="0"/>
              <a:t>Veranstaltung.</a:t>
            </a:r>
            <a:endParaRPr lang="de-DE" b="0" dirty="0"/>
          </a:p>
        </p:txBody>
      </p:sp>
      <p:sp>
        <p:nvSpPr>
          <p:cNvPr id="3" name="Titel 2">
            <a:extLst>
              <a:ext uri="{FF2B5EF4-FFF2-40B4-BE49-F238E27FC236}">
                <a16:creationId xmlns:a16="http://schemas.microsoft.com/office/drawing/2014/main" id="{277ABF4A-BA07-4BF5-8A4B-5A35F94D84E0}"/>
              </a:ext>
            </a:extLst>
          </p:cNvPr>
          <p:cNvSpPr>
            <a:spLocks noGrp="1"/>
          </p:cNvSpPr>
          <p:nvPr>
            <p:ph type="title"/>
          </p:nvPr>
        </p:nvSpPr>
        <p:spPr/>
        <p:txBody>
          <a:bodyPr/>
          <a:lstStyle/>
          <a:p>
            <a:pPr marL="0" indent="0"/>
            <a:r>
              <a:rPr lang="de-DE" sz="4000" dirty="0"/>
              <a:t>Best Possible </a:t>
            </a:r>
            <a:r>
              <a:rPr lang="de-DE" sz="4000" dirty="0" err="1"/>
              <a:t>Self</a:t>
            </a:r>
            <a:r>
              <a:rPr lang="de-DE" sz="4000" dirty="0"/>
              <a:t>: </a:t>
            </a:r>
            <a:br>
              <a:rPr lang="de-DE" sz="4000" dirty="0"/>
            </a:br>
            <a:r>
              <a:rPr lang="de-DE" b="0" dirty="0"/>
              <a:t>Vision einer idealen Zukunft</a:t>
            </a:r>
            <a:endParaRPr lang="de-DE" sz="4000" b="0" dirty="0"/>
          </a:p>
        </p:txBody>
      </p:sp>
      <p:pic>
        <p:nvPicPr>
          <p:cNvPr id="9" name="Picture 2">
            <a:extLst>
              <a:ext uri="{FF2B5EF4-FFF2-40B4-BE49-F238E27FC236}">
                <a16:creationId xmlns:a16="http://schemas.microsoft.com/office/drawing/2014/main" id="{1E5056D0-F453-4081-9C9E-C23ED58F61B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11084308" y="6216870"/>
            <a:ext cx="517652" cy="517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Grafik 9">
            <a:extLst>
              <a:ext uri="{FF2B5EF4-FFF2-40B4-BE49-F238E27FC236}">
                <a16:creationId xmlns:a16="http://schemas.microsoft.com/office/drawing/2014/main" id="{C81E541E-468E-4A68-9E28-FAD354E181C8}"/>
              </a:ext>
            </a:extLst>
          </p:cNvPr>
          <p:cNvPicPr>
            <a:picLocks noChangeAspect="1"/>
          </p:cNvPicPr>
          <p:nvPr/>
        </p:nvPicPr>
        <p:blipFill>
          <a:blip r:embed="rId5"/>
          <a:stretch>
            <a:fillRect/>
          </a:stretch>
        </p:blipFill>
        <p:spPr>
          <a:xfrm>
            <a:off x="10292297" y="6168287"/>
            <a:ext cx="610328" cy="626204"/>
          </a:xfrm>
          <a:prstGeom prst="rect">
            <a:avLst/>
          </a:prstGeom>
        </p:spPr>
      </p:pic>
      <p:sp>
        <p:nvSpPr>
          <p:cNvPr id="7" name="Textfeld 6">
            <a:extLst>
              <a:ext uri="{FF2B5EF4-FFF2-40B4-BE49-F238E27FC236}">
                <a16:creationId xmlns:a16="http://schemas.microsoft.com/office/drawing/2014/main" id="{36253561-9204-4F19-AD13-4DAA7C034732}"/>
              </a:ext>
            </a:extLst>
          </p:cNvPr>
          <p:cNvSpPr txBox="1"/>
          <p:nvPr/>
        </p:nvSpPr>
        <p:spPr>
          <a:xfrm>
            <a:off x="533936" y="6378130"/>
            <a:ext cx="9894586" cy="338554"/>
          </a:xfrm>
          <a:prstGeom prst="rect">
            <a:avLst/>
          </a:prstGeom>
          <a:noFill/>
        </p:spPr>
        <p:txBody>
          <a:bodyPr wrap="square">
            <a:spAutoFit/>
          </a:bodyPr>
          <a:lstStyle/>
          <a:p>
            <a:pPr marL="0" marR="0" indent="0">
              <a:buNone/>
            </a:pPr>
            <a:r>
              <a:rPr lang="de-DE" sz="800" b="0" i="0" dirty="0">
                <a:effectLst/>
                <a:latin typeface="Segoe UI" panose="020B0502040204020203" pitchFamily="34" charset="0"/>
              </a:rPr>
              <a:t>Dieses Material wurde im Rahmen des Projekts Happy Kit erarbeitet. </a:t>
            </a:r>
          </a:p>
          <a:p>
            <a:pPr marL="0" marR="0" indent="0">
              <a:buNone/>
            </a:pPr>
            <a:r>
              <a:rPr lang="de-DE" sz="800" b="0" i="0" dirty="0">
                <a:effectLst/>
                <a:latin typeface="Segoe UI" panose="020B0502040204020203" pitchFamily="34" charset="0"/>
              </a:rPr>
              <a:t>Das Projekt wurde von Oktober 2024 bis Oktober 2026 durch interne Qualitätsverbesserungsmittel für Studium und Lehre der Hochschule Ruhr West gefördert.</a:t>
            </a:r>
          </a:p>
        </p:txBody>
      </p:sp>
    </p:spTree>
    <p:extLst>
      <p:ext uri="{BB962C8B-B14F-4D97-AF65-F5344CB8AC3E}">
        <p14:creationId xmlns:p14="http://schemas.microsoft.com/office/powerpoint/2010/main" val="3636354621"/>
      </p:ext>
    </p:extLst>
  </p:cSld>
  <p:clrMapOvr>
    <a:masterClrMapping/>
  </p:clrMapOvr>
</p:sld>
</file>

<file path=ppt/theme/theme1.xml><?xml version="1.0" encoding="utf-8"?>
<a:theme xmlns:a="http://schemas.openxmlformats.org/drawingml/2006/main" name="1_Office">
  <a:themeElements>
    <a:clrScheme name="Benutzerdefiniert 1">
      <a:dk1>
        <a:srgbClr val="000000"/>
      </a:dk1>
      <a:lt1>
        <a:srgbClr val="FFFFFF"/>
      </a:lt1>
      <a:dk2>
        <a:srgbClr val="00A2D9"/>
      </a:dk2>
      <a:lt2>
        <a:srgbClr val="EEECE1"/>
      </a:lt2>
      <a:accent1>
        <a:srgbClr val="00A3DA"/>
      </a:accent1>
      <a:accent2>
        <a:srgbClr val="006B8E"/>
      </a:accent2>
      <a:accent3>
        <a:srgbClr val="4C4D4C"/>
      </a:accent3>
      <a:accent4>
        <a:srgbClr val="767776"/>
      </a:accent4>
      <a:accent5>
        <a:srgbClr val="767776"/>
      </a:accent5>
      <a:accent6>
        <a:srgbClr val="00AFDD"/>
      </a:accent6>
      <a:hlink>
        <a:srgbClr val="006B8E"/>
      </a:hlink>
      <a:folHlink>
        <a:srgbClr val="00516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19-06-06_HRW Powerpoint Master" id="{04377A4D-9DE6-EE41-8781-0E189CB9E1B1}" vid="{5CFA870C-B1ED-834E-B24B-41185ED9A9A9}"/>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403</Words>
  <Application>Microsoft Office PowerPoint</Application>
  <PresentationFormat>Breitbild</PresentationFormat>
  <Paragraphs>15</Paragraphs>
  <Slides>1</Slides>
  <Notes>1</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vt:i4>
      </vt:variant>
    </vt:vector>
  </HeadingPairs>
  <TitlesOfParts>
    <vt:vector size="6" baseType="lpstr">
      <vt:lpstr>Arial</vt:lpstr>
      <vt:lpstr>Calibri</vt:lpstr>
      <vt:lpstr>Liberation Serif</vt:lpstr>
      <vt:lpstr>Segoe UI</vt:lpstr>
      <vt:lpstr>1_Office</vt:lpstr>
      <vt:lpstr>Best Possible Self:  Vision einer idealen Zukunft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Positive Takeaway</dc:title>
  <dc:creator>Graf, Maike</dc:creator>
  <cp:lastModifiedBy>Graf, Maike</cp:lastModifiedBy>
  <cp:revision>30</cp:revision>
  <dcterms:created xsi:type="dcterms:W3CDTF">2025-04-03T10:23:37Z</dcterms:created>
  <dcterms:modified xsi:type="dcterms:W3CDTF">2026-09-02T07:51:03Z</dcterms:modified>
</cp:coreProperties>
</file>